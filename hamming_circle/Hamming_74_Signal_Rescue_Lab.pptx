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710dced0d24215" /><Relationship Type="http://schemas.openxmlformats.org/officeDocument/2006/relationships/extended-properties" Target="/docProps/app.xml" Id="R5bed267eb4b44d97" /><Relationship Type="http://schemas.openxmlformats.org/officeDocument/2006/relationships/officeDocument" Target="/ppt/presentation.xml" Id="Rc1d30b195d9e4553" /></Relationships>
</file>

<file path=ppt/presentation.xml><?xml version="1.0" encoding="utf-8"?>
<p:presentation xmlns:p="http://schemas.openxmlformats.org/presentationml/2006/main">
  <p:sldMasterIdLst>
    <p:sldMasterId xmlns:r="http://schemas.openxmlformats.org/officeDocument/2006/relationships" id="2147483648" r:id="R1f35e0f1b83047bd"/>
  </p:sldMasterIdLst>
  <p:notesMasterIdLst>
    <p:notesMasterId xmlns:r="http://schemas.openxmlformats.org/officeDocument/2006/relationships" r:id="R27cc6bb95ceb41ca"/>
  </p:notesMasterIdLst>
  <p:sldIdLst>
    <p:sldId xmlns:r="http://schemas.openxmlformats.org/officeDocument/2006/relationships" id="256" r:id="R2eeaf7cfa80b48f6"/>
    <p:sldId xmlns:r="http://schemas.openxmlformats.org/officeDocument/2006/relationships" id="257" r:id="Rba2f98fd928a43ab"/>
    <p:sldId xmlns:r="http://schemas.openxmlformats.org/officeDocument/2006/relationships" id="258" r:id="Rf12c62aa17f54c2e"/>
    <p:sldId xmlns:r="http://schemas.openxmlformats.org/officeDocument/2006/relationships" id="259" r:id="Rb5e505317f404acc"/>
    <p:sldId xmlns:r="http://schemas.openxmlformats.org/officeDocument/2006/relationships" id="260" r:id="Rfb9fff850cab4a24"/>
    <p:sldId xmlns:r="http://schemas.openxmlformats.org/officeDocument/2006/relationships" id="261" r:id="R4ef3ddce0de04e5d"/>
    <p:sldId xmlns:r="http://schemas.openxmlformats.org/officeDocument/2006/relationships" id="262" r:id="R1bdfc83b02c7467f"/>
    <p:sldId xmlns:r="http://schemas.openxmlformats.org/officeDocument/2006/relationships" id="263" r:id="R2b0b48816afb4e6a"/>
    <p:sldId xmlns:r="http://schemas.openxmlformats.org/officeDocument/2006/relationships" id="264" r:id="Rd6a75ebfbb0b415c"/>
    <p:sldId xmlns:r="http://schemas.openxmlformats.org/officeDocument/2006/relationships" id="265" r:id="R3407dbbc36504355"/>
    <p:sldId xmlns:r="http://schemas.openxmlformats.org/officeDocument/2006/relationships" id="266" r:id="R55d66c0208ac41d5"/>
    <p:sldId xmlns:r="http://schemas.openxmlformats.org/officeDocument/2006/relationships" id="267" r:id="R43a8b1c94f4f44fb"/>
    <p:sldId xmlns:r="http://schemas.openxmlformats.org/officeDocument/2006/relationships" id="268" r:id="R5ca0e04c8c00426d"/>
    <p:sldId xmlns:r="http://schemas.openxmlformats.org/officeDocument/2006/relationships" id="269" r:id="Rcf26cbb1538247af"/>
    <p:sldId xmlns:r="http://schemas.openxmlformats.org/officeDocument/2006/relationships" id="270" r:id="R2cb43ade516047c9"/>
    <p:sldId xmlns:r="http://schemas.openxmlformats.org/officeDocument/2006/relationships" id="271" r:id="Rb46f019c6d14427f"/>
    <p:sldId xmlns:r="http://schemas.openxmlformats.org/officeDocument/2006/relationships" id="272" r:id="Rbb88dcae15c34710"/>
    <p:sldId xmlns:r="http://schemas.openxmlformats.org/officeDocument/2006/relationships" id="273" r:id="R568aa20fbd7e45e3"/>
    <p:sldId xmlns:r="http://schemas.openxmlformats.org/officeDocument/2006/relationships" id="274" r:id="R8ef6b78b30844359"/>
    <p:sldId xmlns:r="http://schemas.openxmlformats.org/officeDocument/2006/relationships" id="275" r:id="R0021c4741f24432f"/>
    <p:sldId xmlns:r="http://schemas.openxmlformats.org/officeDocument/2006/relationships" id="276" r:id="R0d9c53cde96d479a"/>
    <p:sldId xmlns:r="http://schemas.openxmlformats.org/officeDocument/2006/relationships" id="277" r:id="R6fecd8bfd8a54a58"/>
    <p:sldId xmlns:r="http://schemas.openxmlformats.org/officeDocument/2006/relationships" id="278" r:id="Rbc285b25857f4959"/>
    <p:sldId xmlns:r="http://schemas.openxmlformats.org/officeDocument/2006/relationships" id="279" r:id="R5ec5f96f5e454046"/>
    <p:sldId xmlns:r="http://schemas.openxmlformats.org/officeDocument/2006/relationships" id="280" r:id="R6d4892ab03a24a29"/>
    <p:sldId xmlns:r="http://schemas.openxmlformats.org/officeDocument/2006/relationships" id="281" r:id="Rb93b978652404c5c"/>
    <p:sldId xmlns:r="http://schemas.openxmlformats.org/officeDocument/2006/relationships" id="282" r:id="R0ab48cf9115c4a81"/>
    <p:sldId xmlns:r="http://schemas.openxmlformats.org/officeDocument/2006/relationships" id="283" r:id="R498ebdb7469f4f22"/>
    <p:sldId xmlns:r="http://schemas.openxmlformats.org/officeDocument/2006/relationships" id="284" r:id="R27e928e96a2342f3"/>
    <p:sldId xmlns:r="http://schemas.openxmlformats.org/officeDocument/2006/relationships" id="285" r:id="R1551ad3d70644a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e8c1b70dfa4d02" /><Relationship Type="http://schemas.openxmlformats.org/officeDocument/2006/relationships/slideMaster" Target="/ppt/slideMasters/slideMaster1.xml" Id="R1f35e0f1b83047bd" /><Relationship Type="http://schemas.openxmlformats.org/officeDocument/2006/relationships/notesMaster" Target="/ppt/notesMasters/notesMaster1.xml" Id="R27cc6bb95ceb41ca" /><Relationship Type="http://schemas.openxmlformats.org/officeDocument/2006/relationships/presProps" Target="/ppt/presProps.xml" Id="R19f9b2432c1740c0" /><Relationship Type="http://schemas.openxmlformats.org/officeDocument/2006/relationships/tableStyles" Target="/ppt/tableStyles.xml" Id="R0ebfa35989644dc1" /><Relationship Type="http://schemas.openxmlformats.org/officeDocument/2006/relationships/slide" Target="/ppt/slides/slide1.xml" Id="R2eeaf7cfa80b48f6" /><Relationship Type="http://schemas.openxmlformats.org/officeDocument/2006/relationships/slide" Target="/ppt/slides/slide2.xml" Id="Rba2f98fd928a43ab" /><Relationship Type="http://schemas.openxmlformats.org/officeDocument/2006/relationships/slide" Target="/ppt/slides/slide3.xml" Id="Rf12c62aa17f54c2e" /><Relationship Type="http://schemas.openxmlformats.org/officeDocument/2006/relationships/slide" Target="/ppt/slides/slide4.xml" Id="Rb5e505317f404acc" /><Relationship Type="http://schemas.openxmlformats.org/officeDocument/2006/relationships/slide" Target="/ppt/slides/slide5.xml" Id="Rfb9fff850cab4a24" /><Relationship Type="http://schemas.openxmlformats.org/officeDocument/2006/relationships/slide" Target="/ppt/slides/slide6.xml" Id="R4ef3ddce0de04e5d" /><Relationship Type="http://schemas.openxmlformats.org/officeDocument/2006/relationships/slide" Target="/ppt/slides/slide7.xml" Id="R1bdfc83b02c7467f" /><Relationship Type="http://schemas.openxmlformats.org/officeDocument/2006/relationships/slide" Target="/ppt/slides/slide8.xml" Id="R2b0b48816afb4e6a" /><Relationship Type="http://schemas.openxmlformats.org/officeDocument/2006/relationships/slide" Target="/ppt/slides/slide9.xml" Id="Rd6a75ebfbb0b415c" /><Relationship Type="http://schemas.openxmlformats.org/officeDocument/2006/relationships/slide" Target="/ppt/slides/slide10.xml" Id="R3407dbbc36504355" /><Relationship Type="http://schemas.openxmlformats.org/officeDocument/2006/relationships/slide" Target="/ppt/slides/slide11.xml" Id="R55d66c0208ac41d5" /><Relationship Type="http://schemas.openxmlformats.org/officeDocument/2006/relationships/slide" Target="/ppt/slides/slide12.xml" Id="R43a8b1c94f4f44fb" /><Relationship Type="http://schemas.openxmlformats.org/officeDocument/2006/relationships/slide" Target="/ppt/slides/slide13.xml" Id="R5ca0e04c8c00426d" /><Relationship Type="http://schemas.openxmlformats.org/officeDocument/2006/relationships/slide" Target="/ppt/slides/slide14.xml" Id="Rcf26cbb1538247af" /><Relationship Type="http://schemas.openxmlformats.org/officeDocument/2006/relationships/slide" Target="/ppt/slides/slide15.xml" Id="R2cb43ade516047c9" /><Relationship Type="http://schemas.openxmlformats.org/officeDocument/2006/relationships/slide" Target="/ppt/slides/slide16.xml" Id="Rb46f019c6d14427f" /><Relationship Type="http://schemas.openxmlformats.org/officeDocument/2006/relationships/slide" Target="/ppt/slides/slide17.xml" Id="Rbb88dcae15c34710" /><Relationship Type="http://schemas.openxmlformats.org/officeDocument/2006/relationships/slide" Target="/ppt/slides/slide18.xml" Id="R568aa20fbd7e45e3" /><Relationship Type="http://schemas.openxmlformats.org/officeDocument/2006/relationships/slide" Target="/ppt/slides/slide19.xml" Id="R8ef6b78b30844359" /><Relationship Type="http://schemas.openxmlformats.org/officeDocument/2006/relationships/slide" Target="/ppt/slides/slide20.xml" Id="R0021c4741f24432f" /><Relationship Type="http://schemas.openxmlformats.org/officeDocument/2006/relationships/slide" Target="/ppt/slides/slide21.xml" Id="R0d9c53cde96d479a" /><Relationship Type="http://schemas.openxmlformats.org/officeDocument/2006/relationships/slide" Target="/ppt/slides/slide22.xml" Id="R6fecd8bfd8a54a58" /><Relationship Type="http://schemas.openxmlformats.org/officeDocument/2006/relationships/slide" Target="/ppt/slides/slide23.xml" Id="Rbc285b25857f4959" /><Relationship Type="http://schemas.openxmlformats.org/officeDocument/2006/relationships/slide" Target="/ppt/slides/slide24.xml" Id="R5ec5f96f5e454046" /><Relationship Type="http://schemas.openxmlformats.org/officeDocument/2006/relationships/slide" Target="/ppt/slides/slide25.xml" Id="R6d4892ab03a24a29" /><Relationship Type="http://schemas.openxmlformats.org/officeDocument/2006/relationships/slide" Target="/ppt/slides/slide26.xml" Id="Rb93b978652404c5c" /><Relationship Type="http://schemas.openxmlformats.org/officeDocument/2006/relationships/slide" Target="/ppt/slides/slide27.xml" Id="R0ab48cf9115c4a81" /><Relationship Type="http://schemas.openxmlformats.org/officeDocument/2006/relationships/slide" Target="/ppt/slides/slide28.xml" Id="R498ebdb7469f4f22" /><Relationship Type="http://schemas.openxmlformats.org/officeDocument/2006/relationships/slide" Target="/ppt/slides/slide29.xml" Id="R27e928e96a2342f3" /><Relationship Type="http://schemas.openxmlformats.org/officeDocument/2006/relationships/slide" Target="/ppt/slides/slide30.xml" Id="R1551ad3d70644a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9af5c9bf3e47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55ae6679db49af" /><Relationship Type="http://schemas.openxmlformats.org/officeDocument/2006/relationships/notesMaster" Target="/ppt/notesMasters/notesMaster1.xml" Id="R783a28fa63614c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b1c56c6d2f4dc5" /><Relationship Type="http://schemas.openxmlformats.org/officeDocument/2006/relationships/notesMaster" Target="/ppt/notesMasters/notesMaster1.xml" Id="Rb70120c9bbc941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9cb1ef3a014d8e" /><Relationship Type="http://schemas.openxmlformats.org/officeDocument/2006/relationships/notesMaster" Target="/ppt/notesMasters/notesMaster1.xml" Id="R4338444127354b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fd1afd36a145e2" /><Relationship Type="http://schemas.openxmlformats.org/officeDocument/2006/relationships/notesMaster" Target="/ppt/notesMasters/notesMaster1.xml" Id="R2e75c25ed89040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9712306d5a44aa" /><Relationship Type="http://schemas.openxmlformats.org/officeDocument/2006/relationships/notesMaster" Target="/ppt/notesMasters/notesMaster1.xml" Id="R0de262d5bfb144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e11bb557594816" /><Relationship Type="http://schemas.openxmlformats.org/officeDocument/2006/relationships/notesMaster" Target="/ppt/notesMasters/notesMaster1.xml" Id="Rfb41154eb83442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5dddb4fb814706" /><Relationship Type="http://schemas.openxmlformats.org/officeDocument/2006/relationships/notesMaster" Target="/ppt/notesMasters/notesMaster1.xml" Id="Rafda3de8385c4e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56b0f4ec3f4c1c" /><Relationship Type="http://schemas.openxmlformats.org/officeDocument/2006/relationships/notesMaster" Target="/ppt/notesMasters/notesMaster1.xml" Id="R75456f42693242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b4157372a24499" /><Relationship Type="http://schemas.openxmlformats.org/officeDocument/2006/relationships/notesMaster" Target="/ppt/notesMasters/notesMaster1.xml" Id="R637468a45e3943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98925eba03d4380" /><Relationship Type="http://schemas.openxmlformats.org/officeDocument/2006/relationships/notesMaster" Target="/ppt/notesMasters/notesMaster1.xml" Id="Ra4b12dbb6b93430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831699ef3a4b66" /><Relationship Type="http://schemas.openxmlformats.org/officeDocument/2006/relationships/notesMaster" Target="/ppt/notesMasters/notesMaster1.xml" Id="R131aa573813249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ebc84e93edc4e77" /><Relationship Type="http://schemas.openxmlformats.org/officeDocument/2006/relationships/notesMaster" Target="/ppt/notesMasters/notesMaster1.xml" Id="Re95b0a9f714940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4e5a0497fa94fa5" /><Relationship Type="http://schemas.openxmlformats.org/officeDocument/2006/relationships/notesMaster" Target="/ppt/notesMasters/notesMaster1.xml" Id="R2a162a42f99d42b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488a319f4f34c01" /><Relationship Type="http://schemas.openxmlformats.org/officeDocument/2006/relationships/notesMaster" Target="/ppt/notesMasters/notesMaster1.xml" Id="R4483809312ff4b8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951b108ce2843bd" /><Relationship Type="http://schemas.openxmlformats.org/officeDocument/2006/relationships/notesMaster" Target="/ppt/notesMasters/notesMaster1.xml" Id="Rc4653b91b4d3472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a62164cdfcd4d3b" /><Relationship Type="http://schemas.openxmlformats.org/officeDocument/2006/relationships/notesMaster" Target="/ppt/notesMasters/notesMaster1.xml" Id="R5832fed677854d0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fb0b4b10784efc" /><Relationship Type="http://schemas.openxmlformats.org/officeDocument/2006/relationships/notesMaster" Target="/ppt/notesMasters/notesMaster1.xml" Id="R040df7ebb167421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14c5ff2b98f4764" /><Relationship Type="http://schemas.openxmlformats.org/officeDocument/2006/relationships/notesMaster" Target="/ppt/notesMasters/notesMaster1.xml" Id="R9d06fb814d9b4fc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b9d176129dc4abc" /><Relationship Type="http://schemas.openxmlformats.org/officeDocument/2006/relationships/notesMaster" Target="/ppt/notesMasters/notesMaster1.xml" Id="R729c26f911ed4c5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f1b4fb8dd144be1" /><Relationship Type="http://schemas.openxmlformats.org/officeDocument/2006/relationships/notesMaster" Target="/ppt/notesMasters/notesMaster1.xml" Id="R26731ec6043e4ee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5b53c8a31264bfb" /><Relationship Type="http://schemas.openxmlformats.org/officeDocument/2006/relationships/notesMaster" Target="/ppt/notesMasters/notesMaster1.xml" Id="R557a8ee0b6f148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6ec69b993ce4a12" /><Relationship Type="http://schemas.openxmlformats.org/officeDocument/2006/relationships/notesMaster" Target="/ppt/notesMasters/notesMaster1.xml" Id="R78e5bc7d70a64fc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ac7dc13b6fd45a6" /><Relationship Type="http://schemas.openxmlformats.org/officeDocument/2006/relationships/notesMaster" Target="/ppt/notesMasters/notesMaster1.xml" Id="R3aaba78f249e4dc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f2dc1faa6f1454a" /><Relationship Type="http://schemas.openxmlformats.org/officeDocument/2006/relationships/notesMaster" Target="/ppt/notesMasters/notesMaster1.xml" Id="R61852cdcf968400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2c08e55998f4ba9" /><Relationship Type="http://schemas.openxmlformats.org/officeDocument/2006/relationships/notesMaster" Target="/ppt/notesMasters/notesMaster1.xml" Id="Rc03e0bb38177471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c3c80d856864453" /><Relationship Type="http://schemas.openxmlformats.org/officeDocument/2006/relationships/notesMaster" Target="/ppt/notesMasters/notesMaster1.xml" Id="R81e0bc12ad2842a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186ce1571cf430e" /><Relationship Type="http://schemas.openxmlformats.org/officeDocument/2006/relationships/notesMaster" Target="/ppt/notesMasters/notesMaster1.xml" Id="R7870bf0c99c24d5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828a21e5d1b46b0" /><Relationship Type="http://schemas.openxmlformats.org/officeDocument/2006/relationships/notesMaster" Target="/ppt/notesMasters/notesMaster1.xml" Id="R9f92394948134e4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72a4e69eef0427c" /><Relationship Type="http://schemas.openxmlformats.org/officeDocument/2006/relationships/notesMaster" Target="/ppt/notesMasters/notesMaster1.xml" Id="R1f71404456a749d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3c0413918a74283" /><Relationship Type="http://schemas.openxmlformats.org/officeDocument/2006/relationships/notesMaster" Target="/ppt/notesMasters/notesMaster1.xml" Id="R2b0888f4389047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Ask students to inspect the image. What could the three beams be doing? Do not name parity or Hamming codes. Say: our goal is to invent a message that helps the receiver locate one damaged bit.</a:t>
            </a:r>
          </a:p>
          <a:p xmlns:a="http://schemas.openxmlformats.org/drawingml/2006/main">
            <a:r>
              <a:t>
[Sources]
- Hero illustration generated for this deck with OpenAI ImageGen on 2026-08-25; no external asset.
- Session theme continues the local GLITCH! math-circle deck in this workspace.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p>
          <a:p xmlns:a="http://schemas.openxmlformats.org/drawingml/2006/main">
            <a:r>
              <a:t>Give silent think time, then pairs. Ask for two different original messages consistent with the damaged string. The proof of impossibility is that both choices fit. The design lesson: correction requires redundancy sent before the damage happens. Worksheet 1A.</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Have students count the possibilities aloud: one no-error state plus seven possible error positions. Ask what kind of information could name one of eight states. Do not answer yet.</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p>
          <a:p xmlns:a="http://schemas.openxmlformats.org/drawingml/2006/main">
            <a:r>
              <a:t>Model even parity, then use Worksheet 1B. Ask students to imagine each of four positions flipping: every case makes parity odd. One parity answer collapses all error locations into the same alarm. Detection is not location.</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Let students predict the third number before revealing 8. Each yes/no question doubles the number of distinguishable cases. Three is both sufficient and minimal for eight states. This is the first reason Hamming(7,4) needs three check bits.</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
            </a:r>
          </a:p>
          <a:p xmlns:a="http://schemas.openxmlformats.org/drawingml/2006/main">
            <a:r>
              <a:t>Pairs invent eight distinct three-answer patterns on scrap paper or Worksheet 1C. Do not insist on binary order. After three minutes, compare designs: all successful solutions use every possible pattern exactly once. Ask which pattern naturally means no error.</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p>
          <a:p xmlns:a="http://schemas.openxmlformats.org/drawingml/2006/main">
            <a:r>
              <a:t>Reveal binary as a naming convenience, not a prerequisite. Read 6 as 110: yes to the 4-question, yes to the 2-question, no to the 1-question. Students may instead think of adding labels 4+2.</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Before showing each row, ask students to derive it from the binary names. Position 5=101 belongs to questions 1 and 4. Position 7=111 belongs to all three. The overlapping sets are not magic; they are the columns of the address system.</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
            </a:r>
          </a:p>
          <a:p xmlns:a="http://schemas.openxmlformats.org/drawingml/2006/main">
            <a:r>
              <a:t>Play with seven volunteers or pairs choosing secret positions. Ask only the three fixed membership questions. Students should experience the address pattern identifying the position before parity is introduced as the way to store those answers in a transmitted message.</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p>
          <a:p xmlns:a="http://schemas.openxmlformats.org/drawingml/2006/main">
            <a:r>
              <a:t>Ask why even/odd is a good stored answer. A single bit flip changes a count by exactly one, so it always toggles parity. Each check group carries one durable yes/no answer. The three answers together carry an address.</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Ask students to identify how many adjustable bits are needed to set three independent parity answers. The data bits are fixed by the message; the check bits are the three available knobs.</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p>
          <a:p xmlns:a="http://schemas.openxmlformats.org/drawingml/2006/main">
            <a:r>
              <a:t>This is the crucial why behind positions 1,2,4. Their binary addresses contain exactly one 1, so each belongs to only one check group. Adjusting p1 cannot disturb checks 2 or 4, and similarly for the others.</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Explain that locking one data slot reduces cognitive load without changing the check groups. Worksheet 2B uses this restricted subcode.</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Pairs solve 101. Use a hint ladder rather than giving formulas. Ask the displayed why: positions 1,2,4 each belong only to their own question. Expected p1=1, p2=0, p4=1. Worksheet 2B.</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Have three students each audit one group. Ask what the receiver expects before any error: three even totals, equivalent to fingerprint 000.</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Ask each count before revealing it. Every valid codeword must own eight possible received strings: itself and its seven single-bit neighbors. The 128 total strings can therefore protect at most 16 messages, exactly four bits. This is the intuitive Hamming bound and why (7,4) is called perfect.</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Now the notation should feel earned: seven transmitted positions, four free message bits, and three check bits forced by the parity promises.</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Ask students to propose the steps before revealing them. The routine should be reconstructed from the purpose of the code, not memorized as an arbitrary recipe. Worksheet 3A.</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
            </a:r>
          </a:p>
          <a:p xmlns:a="http://schemas.openxmlformats.org/drawingml/2006/main">
            <a:r>
              <a:t>Pairs encode 1011. Require reasoning in terms of the three questions. Expected p1=0, p2=1, p4=0. The auditor must explain why each even total means the receiver will expect a no-error fingerprint of 000.</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p>
          <a:p xmlns:a="http://schemas.openxmlformats.org/drawingml/2006/main">
            <a:r>
              <a:t>Verify each group. Ask where the original data is hiding: positions 3,5,6,7. The all-pass fingerprint 000 is now visibly built into the word.</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Teams divide Worksheet 3C and cross-audit. Answers: 0000000; 1111111; 0100101; 0111100. The point is transfer: the groups and logic remain fixed while the message changes.</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Take a real five-minute break. Resume by asking: Why were three questions enough? Why were positions 1,2,4 special?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p>
          <a:p xmlns:a="http://schemas.openxmlformats.org/drawingml/2006/main">
            <a:r>
              <a:t>Students run the checks on Worksheet 4A. Q1 passes with two ones; Q2 and Q4 fail with three ones. Ask why a flipped bit changes exactly the questions that contain its position.</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This is the core explanation of the syndrome. Position 6 belongs to Q2 and Q4, so a flip there makes exactly those questions fail. The failed-answer pattern is 110, the binary name of 6. Adding failed labels is simply another way to read the same address.</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Ask students to explain why flipping the addressed bit, rather than replacing it with a guessed value, works. A binary flip is its own inverse. Then emphasize repair before extraction.</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
            </a:r>
          </a:p>
          <a:p xmlns:a="http://schemas.openxmlformats.org/drawingml/2006/main">
            <a:r>
              <a:t>Packet A: only Q4 fails → position 4 → corrected 0100101 → message 0101. Packet B: all fail → position 7 → corrected 0111100 → message 1100. Require the causal explanation, not only the arithmetic.</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
            </a:r>
          </a:p>
          <a:p xmlns:a="http://schemas.openxmlformats.org/drawingml/2006/main">
            <a:r>
              <a:t>Use Worksheet 5. Keep this shorter than the previous deck so there is time for the conceptual why. Receivers must say which parity questions failed and why those answers name the sender’s secret position.</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p>
          <a:p xmlns:a="http://schemas.openxmlformats.org/drawingml/2006/main">
            <a:r>
              <a:t>Show why the one-error promise matters: two error fingerprints XOR into another valid address. The optional eighth overall parity bit reveals whether the total number of flips is odd or even, enabling double-error detection.</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p>
          <a:p xmlns:a="http://schemas.openxmlformats.org/drawingml/2006/main">
            <a:r>
              <a:t>Students work independently. Part A: 0011001. Part B: Q1 and Q4 fail → position 5 → corrected 0011001 → message 1001. Score the explanation as well as the result.</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
            </a:r>
          </a:p>
          <a:p xmlns:a="http://schemas.openxmlformats.org/drawingml/2006/main">
            <a:r>
              <a:t>Students name one why they can now explain: three checks, the overlap sets, positions 1/2/4, or the syndrome. The close resolves the opening question: the message points to damage because its three parity promises form an address.</a:t>
            </a:r>
          </a:p>
          <a:p xmlns:a="http://schemas.openxmlformats.org/drawingml/2006/main">
            <a:r>
              <a:t/>
            </a:r>
          </a:p>
          <a:p xmlns:a="http://schemas.openxmlformats.org/drawingml/2006/main">
            <a:r>
              <a:t>[Sources]</a:t>
            </a:r>
          </a:p>
          <a:p xmlns:a="http://schemas.openxmlformats.org/drawingml/2006/main">
            <a:r>
              <a:t>- R. W. Hamming, “Error Detecting and Error Correcting Codes,” Bell System Technical Journal 29(2), 1950. https://doi.org/10.1002/j.1538-7305.1950.tb00463.x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ce894745eb48d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9c5a05e7b945e3" /><Relationship Type="http://schemas.openxmlformats.org/officeDocument/2006/relationships/slideLayout" Target="/ppt/slideLayouts/slideLayout1.xml" Id="Rca2eb58478f340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a2eb58478f340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39ac24bd834901" /><Relationship Type="http://schemas.openxmlformats.org/officeDocument/2006/relationships/image" Target="/ppt/media/image.png" Id="R027cc2107b6149dc" /><Relationship Type="http://schemas.openxmlformats.org/officeDocument/2006/relationships/notesSlide" Target="/ppt/notesSlides/notesSlide1.xml" Id="R3be325ae9ca340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954c9847e794d1d" /><Relationship Type="http://schemas.openxmlformats.org/officeDocument/2006/relationships/notesSlide" Target="/ppt/notesSlides/notesSlide2.xml" Id="Rfe6169b8c97249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9793bcd72774748" /><Relationship Type="http://schemas.openxmlformats.org/officeDocument/2006/relationships/notesSlide" Target="/ppt/notesSlides/notesSlide3.xml" Id="Rd7d23920094e44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09ddf384f8a45de" /><Relationship Type="http://schemas.openxmlformats.org/officeDocument/2006/relationships/notesSlide" Target="/ppt/notesSlides/notesSlide4.xml" Id="Rd77bc95255a247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46f72ba2fd407d" /><Relationship Type="http://schemas.openxmlformats.org/officeDocument/2006/relationships/notesSlide" Target="/ppt/notesSlides/notesSlide5.xml" Id="R093a768860b845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a8f69dc51048b3" /><Relationship Type="http://schemas.openxmlformats.org/officeDocument/2006/relationships/notesSlide" Target="/ppt/notesSlides/notesSlide6.xml" Id="Rf4e6d9b1f11949f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3f489c595e4cd2" /><Relationship Type="http://schemas.openxmlformats.org/officeDocument/2006/relationships/notesSlide" Target="/ppt/notesSlides/notesSlide7.xml" Id="R5f5b1ecf174d4f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1b0788169746b4" /><Relationship Type="http://schemas.openxmlformats.org/officeDocument/2006/relationships/notesSlide" Target="/ppt/notesSlides/notesSlide8.xml" Id="Re18e198cb1fc40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a63bab6768b4b82" /><Relationship Type="http://schemas.openxmlformats.org/officeDocument/2006/relationships/notesSlide" Target="/ppt/notesSlides/notesSlide9.xml" Id="R038a31c724a543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295830542e6483a" /><Relationship Type="http://schemas.openxmlformats.org/officeDocument/2006/relationships/notesSlide" Target="/ppt/notesSlides/notesSlide10.xml" Id="Ra12660b8769c4a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effca16c8924522" /><Relationship Type="http://schemas.openxmlformats.org/officeDocument/2006/relationships/notesSlide" Target="/ppt/notesSlides/notesSlide11.xml" Id="R753f672c297844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797727c35314943" /><Relationship Type="http://schemas.openxmlformats.org/officeDocument/2006/relationships/notesSlide" Target="/ppt/notesSlides/notesSlide12.xml" Id="Rbc9796100c0642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81a2dd25aa44b55" /><Relationship Type="http://schemas.openxmlformats.org/officeDocument/2006/relationships/notesSlide" Target="/ppt/notesSlides/notesSlide13.xml" Id="R5c6c9c1bc1694f1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2bde78be8e24c96" /><Relationship Type="http://schemas.openxmlformats.org/officeDocument/2006/relationships/notesSlide" Target="/ppt/notesSlides/notesSlide14.xml" Id="R45762cf2766f48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7e2eb9912f47f0" /><Relationship Type="http://schemas.openxmlformats.org/officeDocument/2006/relationships/notesSlide" Target="/ppt/notesSlides/notesSlide15.xml" Id="R442c919cce3b4c4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e5a1014c932403d" /><Relationship Type="http://schemas.openxmlformats.org/officeDocument/2006/relationships/notesSlide" Target="/ppt/notesSlides/notesSlide16.xml" Id="R6d9e98e7e784453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433b939b182482c" /><Relationship Type="http://schemas.openxmlformats.org/officeDocument/2006/relationships/notesSlide" Target="/ppt/notesSlides/notesSlide17.xml" Id="R4dc1f7d21ce34e9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da0ff2744cd426c" /><Relationship Type="http://schemas.openxmlformats.org/officeDocument/2006/relationships/notesSlide" Target="/ppt/notesSlides/notesSlide18.xml" Id="R5ef822b872b7408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c50f36398b74798" /><Relationship Type="http://schemas.openxmlformats.org/officeDocument/2006/relationships/notesSlide" Target="/ppt/notesSlides/notesSlide19.xml" Id="R9b9dc446e6ea4a3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556f8ee43024da7" /><Relationship Type="http://schemas.openxmlformats.org/officeDocument/2006/relationships/notesSlide" Target="/ppt/notesSlides/notesSlide20.xml" Id="R4bb6ea35077a439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36426e303e845bb" /><Relationship Type="http://schemas.openxmlformats.org/officeDocument/2006/relationships/notesSlide" Target="/ppt/notesSlides/notesSlide21.xml" Id="Rbfb2aed0b245423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2b8c2f87c3f4e2d" /><Relationship Type="http://schemas.openxmlformats.org/officeDocument/2006/relationships/notesSlide" Target="/ppt/notesSlides/notesSlide22.xml" Id="R10de2a418e74452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d20b8b5d0e4494b" /><Relationship Type="http://schemas.openxmlformats.org/officeDocument/2006/relationships/notesSlide" Target="/ppt/notesSlides/notesSlide23.xml" Id="Rfae8fe64122248a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3bb3e852621409e" /><Relationship Type="http://schemas.openxmlformats.org/officeDocument/2006/relationships/notesSlide" Target="/ppt/notesSlides/notesSlide24.xml" Id="R3ab007f4160c45b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7b14705d48947aa" /><Relationship Type="http://schemas.openxmlformats.org/officeDocument/2006/relationships/notesSlide" Target="/ppt/notesSlides/notesSlide25.xml" Id="R18851f5377774fa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a0c541ecff24c9e" /><Relationship Type="http://schemas.openxmlformats.org/officeDocument/2006/relationships/notesSlide" Target="/ppt/notesSlides/notesSlide26.xml" Id="Rd481cdf19c40490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b04666c76bd41f5" /><Relationship Type="http://schemas.openxmlformats.org/officeDocument/2006/relationships/notesSlide" Target="/ppt/notesSlides/notesSlide27.xml" Id="Rf9dd5c069b624e6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5851ad8c2ab4a4f" /><Relationship Type="http://schemas.openxmlformats.org/officeDocument/2006/relationships/notesSlide" Target="/ppt/notesSlides/notesSlide28.xml" Id="R55ea68472492473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bffd608a3784196" /><Relationship Type="http://schemas.openxmlformats.org/officeDocument/2006/relationships/notesSlide" Target="/ppt/notesSlides/notesSlide29.xml" Id="Rcb64aee8e32b455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50346c9c9ad4e8c" /><Relationship Type="http://schemas.openxmlformats.org/officeDocument/2006/relationships/notesSlide" Target="/ppt/notesSlides/notesSlide30.xml" Id="Rbbc5b87fe6ea422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
            <a:extLst xmlns:a="http://schemas.openxmlformats.org/drawingml/2006/main">
              <a:ext uri="{FF2B5EF4-FFF2-40B4-BE49-F238E27FC236}">
                <a16:creationId xmlns:a16="http://schemas.microsoft.com/office/drawing/2014/main" id="{EC949D40-DE73-401B-9E81-DEA757547D33}"/>
              </a:ext>
            </a:extLst>
          </p:cNvPr>
          <p:cNvSpPr>
            <a:spLocks xmlns:a="http://schemas.openxmlformats.org/drawingml/2006/main" noGrp="1"/>
          </p:cNvSpPr>
          <p:nvPr/>
        </p:nvSpPr>
        <p:spPr>
          <a:xfrm xmlns:a="http://schemas.openxmlformats.org/drawingml/2006/main">
            <a:off x="400050" y="36195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GLITCH! // LEVEL 2</a:t>
            </a:r>
          </a:p>
        </p:txBody>
      </p:sp>
      <p:sp>
        <p:nvSpPr>
          <p:cNvPr id="2" name="cover-title">
            <a:extLst xmlns:a="http://schemas.openxmlformats.org/drawingml/2006/main">
              <a:ext uri="{FF2B5EF4-FFF2-40B4-BE49-F238E27FC236}">
                <a16:creationId xmlns:a16="http://schemas.microsoft.com/office/drawing/2014/main" id="{CDC3ECB7-4EE7-4626-84D9-4C0B31823A9B}"/>
              </a:ext>
            </a:extLst>
          </p:cNvPr>
          <p:cNvSpPr>
            <a:spLocks xmlns:a="http://schemas.openxmlformats.org/drawingml/2006/main" noGrp="1"/>
          </p:cNvSpPr>
          <p:nvPr/>
        </p:nvSpPr>
        <p:spPr>
          <a:xfrm xmlns:a="http://schemas.openxmlformats.org/drawingml/2006/main">
            <a:off x="400050" y="1028700"/>
            <a:ext cx="5429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l">
              <a:defRPr sz="5100" b="1" i="0">
                <a:solidFill>
                  <a:srgbClr val="000000"/>
                </a:solidFill>
                <a:latin typeface="Helvetica Neue"/>
                <a:ea typeface="Helvetica Neue"/>
                <a:cs typeface="Helvetica Neue"/>
              </a:defRPr>
            </a:pPr>
            <a:r>
              <a:rPr sz="5100" b="1" i="0">
                <a:solidFill>
                  <a:srgbClr val="000000"/>
                </a:solidFill>
                <a:latin typeface="Helvetica Neue"/>
                <a:ea typeface="Helvetica Neue"/>
                <a:cs typeface="Helvetica Neue"/>
              </a:rPr>
              <a:t>Can a message point to its own mistake?</a:t>
            </a:r>
          </a:p>
        </p:txBody>
      </p:sp>
      <p:sp>
        <p:nvSpPr>
          <p:cNvPr id="3" name="text">
            <a:extLst xmlns:a="http://schemas.openxmlformats.org/drawingml/2006/main">
              <a:ext uri="{FF2B5EF4-FFF2-40B4-BE49-F238E27FC236}">
                <a16:creationId xmlns:a16="http://schemas.microsoft.com/office/drawing/2014/main" id="{62794528-BB0E-4554-9791-EC76C28C00BE}"/>
              </a:ext>
            </a:extLst>
          </p:cNvPr>
          <p:cNvSpPr>
            <a:spLocks xmlns:a="http://schemas.openxmlformats.org/drawingml/2006/main" noGrp="1"/>
          </p:cNvSpPr>
          <p:nvPr/>
        </p:nvSpPr>
        <p:spPr>
          <a:xfrm xmlns:a="http://schemas.openxmlformats.org/drawingml/2006/main">
            <a:off x="400050" y="3714750"/>
            <a:ext cx="514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0" i="0">
                <a:solidFill>
                  <a:srgbClr val="59616D"/>
                </a:solidFill>
                <a:latin typeface="Helvetica Neue"/>
                <a:ea typeface="Helvetica Neue"/>
                <a:cs typeface="Helvetica Neue"/>
              </a:defRPr>
            </a:pPr>
            <a:r>
              <a:rPr sz="2175" b="0" i="0">
                <a:solidFill>
                  <a:srgbClr val="59616D"/>
                </a:solidFill>
                <a:latin typeface="Helvetica Neue"/>
                <a:ea typeface="Helvetica Neue"/>
                <a:cs typeface="Helvetica Neue"/>
              </a:rPr>
              <a:t>Today you will design the idea—not just learn the recipe.</a:t>
            </a:r>
          </a:p>
        </p:txBody>
      </p:sp>
      <p:sp>
        <p:nvSpPr>
          <p:cNvPr id="4" name="text">
            <a:extLst xmlns:a="http://schemas.openxmlformats.org/drawingml/2006/main">
              <a:ext uri="{FF2B5EF4-FFF2-40B4-BE49-F238E27FC236}">
                <a16:creationId xmlns:a16="http://schemas.microsoft.com/office/drawing/2014/main" id="{29BB1911-C9CE-40D8-B3FC-881CEA274393}"/>
              </a:ext>
            </a:extLst>
          </p:cNvPr>
          <p:cNvSpPr>
            <a:spLocks xmlns:a="http://schemas.openxmlformats.org/drawingml/2006/main" noGrp="1"/>
          </p:cNvSpPr>
          <p:nvPr/>
        </p:nvSpPr>
        <p:spPr>
          <a:xfrm xmlns:a="http://schemas.openxmlformats.org/drawingml/2006/main">
            <a:off x="400050" y="537210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i="0">
                <a:solidFill>
                  <a:srgbClr val="000000"/>
                </a:solidFill>
                <a:latin typeface="Helvetica Neue"/>
                <a:ea typeface="Helvetica Neue"/>
                <a:cs typeface="Helvetica Neue"/>
              </a:defRPr>
            </a:pPr>
            <a:r>
              <a:rPr sz="1575" b="1" i="0">
                <a:solidFill>
                  <a:srgbClr val="000000"/>
                </a:solidFill>
                <a:latin typeface="Helvetica Neue"/>
                <a:ea typeface="Helvetica Neue"/>
                <a:cs typeface="Helvetica Neue"/>
              </a:rPr>
              <a:t>A two-hour math circle • Grades 9–10</a:t>
            </a:r>
          </a:p>
        </p:txBody>
      </p:sp>
      <p:sp>
        <p:nvSpPr>
          <p:cNvPr id="5" name="box">
            <a:extLst xmlns:a="http://schemas.openxmlformats.org/drawingml/2006/main">
              <a:ext uri="{FF2B5EF4-FFF2-40B4-BE49-F238E27FC236}">
                <a16:creationId xmlns:a16="http://schemas.microsoft.com/office/drawing/2014/main" id="{4F685DDC-B8D4-47DD-BDD3-83F8CEE04C90}"/>
              </a:ext>
            </a:extLst>
          </p:cNvPr>
          <p:cNvSpPr>
            <a:spLocks xmlns:a="http://schemas.openxmlformats.org/drawingml/2006/main" noGrp="1"/>
          </p:cNvSpPr>
          <p:nvPr/>
        </p:nvSpPr>
        <p:spPr>
          <a:xfrm xmlns:a="http://schemas.openxmlformats.org/drawingml/2006/main">
            <a:off x="6267450" y="400050"/>
            <a:ext cx="5543550" cy="5600700"/>
          </a:xfrm>
          <a:prstGeom xmlns:a="http://schemas.openxmlformats.org/drawingml/2006/main" prst="roundRect">
            <a:avLst>
              <a:gd name="adj" fmla="val 2062"/>
            </a:avLst>
          </a:prstGeom>
          <a:solidFill xmlns:a="http://schemas.openxmlformats.org/drawingml/2006/main">
            <a:srgbClr val="D0EDFA"/>
          </a:solidFill>
          <a:ln xmlns:a="http://schemas.openxmlformats.org/drawingml/2006/main" w="9525">
            <a:solidFill>
              <a:srgbClr val="B8BCC4"/>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27cc2107b6149dc"/>
          <a:srcRect xmlns:a="http://schemas.openxmlformats.org/drawingml/2006/main" l="0" t="16323" r="0" b="16323"/>
          <a:stretch xmlns:a="http://schemas.openxmlformats.org/drawingml/2006/main">
            <a:fillRect l="0" t="0" r="0" b="0"/>
          </a:stretch>
        </p:blipFill>
        <p:spPr>
          <a:xfrm xmlns:a="http://schemas.openxmlformats.org/drawingml/2006/main">
            <a:off x="6267450" y="400050"/>
            <a:ext cx="5543550" cy="5600700"/>
          </a:xfrm>
          <a:prstGeom xmlns:a="http://schemas.openxmlformats.org/drawingml/2006/main" prst="roundRect">
            <a:avLst>
              <a:gd name="adj" fmla="val 2062"/>
            </a:avLst>
          </a:prstGeom>
        </p:spPr>
      </p:pic>
      <p:sp>
        <p:nvSpPr>
          <p:cNvPr id="7" name="text">
            <a:extLst xmlns:a="http://schemas.openxmlformats.org/drawingml/2006/main">
              <a:ext uri="{FF2B5EF4-FFF2-40B4-BE49-F238E27FC236}">
                <a16:creationId xmlns:a16="http://schemas.microsoft.com/office/drawing/2014/main" id="{6A453DC0-AF1C-4E87-8F4F-29F7809459BE}"/>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01</a:t>
            </a:r>
          </a:p>
        </p:txBody>
      </p:sp>
    </p:spTree>
    <p:extLst>
      <p:ext uri="{BB962C8B-B14F-4D97-AF65-F5344CB8AC3E}">
        <p14:creationId xmlns:p14="http://schemas.microsoft.com/office/powerpoint/2010/main" val="18420576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2">
            <a:extLst xmlns:a="http://schemas.openxmlformats.org/drawingml/2006/main">
              <a:ext uri="{FF2B5EF4-FFF2-40B4-BE49-F238E27FC236}">
                <a16:creationId xmlns:a16="http://schemas.microsoft.com/office/drawing/2014/main" id="{6DC40080-5D61-4CF5-8E34-687A56A42DC6}"/>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THE INFORMATION PROBLEM</a:t>
            </a:r>
          </a:p>
        </p:txBody>
      </p:sp>
      <p:sp>
        <p:nvSpPr>
          <p:cNvPr id="2" name="title-2">
            <a:extLst xmlns:a="http://schemas.openxmlformats.org/drawingml/2006/main">
              <a:ext uri="{FF2B5EF4-FFF2-40B4-BE49-F238E27FC236}">
                <a16:creationId xmlns:a16="http://schemas.microsoft.com/office/drawing/2014/main" id="{C506F580-407F-44CB-BA02-573080C2C1EE}"/>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Why can’t the receiver recover a missing bit?</a:t>
            </a:r>
          </a:p>
        </p:txBody>
      </p:sp>
      <p:cxnSp>
        <p:nvCxnSpPr>
          <p:cNvPr id="12"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2">
            <a:extLst xmlns:a="http://schemas.openxmlformats.org/drawingml/2006/main">
              <a:ext uri="{FF2B5EF4-FFF2-40B4-BE49-F238E27FC236}">
                <a16:creationId xmlns:a16="http://schemas.microsoft.com/office/drawing/2014/main" id="{2C698BFF-5B5A-4CC9-AFD1-5D2C48BDDFD3}"/>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02</a:t>
            </a:r>
          </a:p>
        </p:txBody>
      </p:sp>
      <p:sp>
        <p:nvSpPr>
          <p:cNvPr id="5" name="text">
            <a:extLst xmlns:a="http://schemas.openxmlformats.org/drawingml/2006/main">
              <a:ext uri="{FF2B5EF4-FFF2-40B4-BE49-F238E27FC236}">
                <a16:creationId xmlns:a16="http://schemas.microsoft.com/office/drawing/2014/main" id="{6A1FFF8E-5FA6-443B-BDB9-440979C78B73}"/>
              </a:ext>
            </a:extLst>
          </p:cNvPr>
          <p:cNvSpPr>
            <a:spLocks xmlns:a="http://schemas.openxmlformats.org/drawingml/2006/main" noGrp="1"/>
          </p:cNvSpPr>
          <p:nvPr/>
        </p:nvSpPr>
        <p:spPr>
          <a:xfrm xmlns:a="http://schemas.openxmlformats.org/drawingml/2006/main">
            <a:off x="952500" y="2324100"/>
            <a:ext cx="10287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5250" b="1" i="0">
                <a:solidFill>
                  <a:srgbClr val="000000"/>
                </a:solidFill>
                <a:latin typeface="Helvetica Neue"/>
                <a:ea typeface="Helvetica Neue"/>
                <a:cs typeface="Helvetica Neue"/>
              </a:defRPr>
            </a:pPr>
            <a:r>
              <a:rPr sz="5250" b="1" i="0">
                <a:solidFill>
                  <a:srgbClr val="000000"/>
                </a:solidFill>
                <a:latin typeface="Helvetica Neue"/>
                <a:ea typeface="Helvetica Neue"/>
                <a:cs typeface="Helvetica Neue"/>
              </a:rPr>
              <a:t>1 0 1 ? 1 1 0</a:t>
            </a:r>
          </a:p>
        </p:txBody>
      </p:sp>
      <p:sp>
        <p:nvSpPr>
          <p:cNvPr id="6" name="text">
            <a:extLst xmlns:a="http://schemas.openxmlformats.org/drawingml/2006/main">
              <a:ext uri="{FF2B5EF4-FFF2-40B4-BE49-F238E27FC236}">
                <a16:creationId xmlns:a16="http://schemas.microsoft.com/office/drawing/2014/main" id="{A1A711AF-E0D7-4EE4-963B-5E5E0A1A6B68}"/>
              </a:ext>
            </a:extLst>
          </p:cNvPr>
          <p:cNvSpPr>
            <a:spLocks xmlns:a="http://schemas.openxmlformats.org/drawingml/2006/main" noGrp="1"/>
          </p:cNvSpPr>
          <p:nvPr/>
        </p:nvSpPr>
        <p:spPr>
          <a:xfrm xmlns:a="http://schemas.openxmlformats.org/drawingml/2006/main">
            <a:off x="2190750" y="3905250"/>
            <a:ext cx="7810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000000"/>
                </a:solidFill>
                <a:latin typeface="Helvetica Neue"/>
                <a:ea typeface="Helvetica Neue"/>
                <a:cs typeface="Helvetica Neue"/>
              </a:defRPr>
            </a:pPr>
            <a:r>
              <a:rPr sz="2550" b="1" i="0">
                <a:solidFill>
                  <a:srgbClr val="000000"/>
                </a:solidFill>
                <a:latin typeface="Helvetica Neue"/>
                <a:ea typeface="Helvetica Neue"/>
                <a:cs typeface="Helvetica Neue"/>
              </a:rPr>
              <a:t>Both 0 and 1 fit what the receiver can see.</a:t>
            </a:r>
          </a:p>
        </p:txBody>
      </p:sp>
      <p:sp>
        <p:nvSpPr>
          <p:cNvPr id="7" name="text">
            <a:extLst xmlns:a="http://schemas.openxmlformats.org/drawingml/2006/main">
              <a:ext uri="{FF2B5EF4-FFF2-40B4-BE49-F238E27FC236}">
                <a16:creationId xmlns:a16="http://schemas.microsoft.com/office/drawing/2014/main" id="{B6631198-A3D2-4382-8927-86C597A40FC4}"/>
              </a:ext>
            </a:extLst>
          </p:cNvPr>
          <p:cNvSpPr>
            <a:spLocks xmlns:a="http://schemas.openxmlformats.org/drawingml/2006/main" noGrp="1"/>
          </p:cNvSpPr>
          <p:nvPr/>
        </p:nvSpPr>
        <p:spPr>
          <a:xfrm xmlns:a="http://schemas.openxmlformats.org/drawingml/2006/main">
            <a:off x="2190750" y="4791075"/>
            <a:ext cx="781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0" i="0">
                <a:solidFill>
                  <a:srgbClr val="59616D"/>
                </a:solidFill>
                <a:latin typeface="Helvetica Neue"/>
                <a:ea typeface="Helvetica Neue"/>
                <a:cs typeface="Helvetica Neue"/>
              </a:defRPr>
            </a:pPr>
            <a:r>
              <a:rPr sz="2025" b="0" i="0">
                <a:solidFill>
                  <a:srgbClr val="59616D"/>
                </a:solidFill>
                <a:latin typeface="Helvetica Neue"/>
                <a:ea typeface="Helvetica Neue"/>
                <a:cs typeface="Helvetica Neue"/>
              </a:rPr>
              <a:t>Once information disappears, clever guessing cannot bring it back.</a:t>
            </a:r>
          </a:p>
        </p:txBody>
      </p:sp>
      <p:sp>
        <p:nvSpPr>
          <p:cNvPr id="8" name="prompt-badge">
            <a:extLst xmlns:a="http://schemas.openxmlformats.org/drawingml/2006/main">
              <a:ext uri="{FF2B5EF4-FFF2-40B4-BE49-F238E27FC236}">
                <a16:creationId xmlns:a16="http://schemas.microsoft.com/office/drawing/2014/main" id="{AF4938C6-0050-40DC-86C6-92658081E434}"/>
              </a:ext>
            </a:extLst>
          </p:cNvPr>
          <p:cNvSpPr>
            <a:spLocks xmlns:a="http://schemas.openxmlformats.org/drawingml/2006/main" noGrp="1"/>
          </p:cNvSpPr>
          <p:nvPr/>
        </p:nvSpPr>
        <p:spPr>
          <a:xfrm xmlns:a="http://schemas.openxmlformats.org/drawingml/2006/main">
            <a:off x="3743325" y="5619750"/>
            <a:ext cx="4705350" cy="533400"/>
          </a:xfrm>
          <a:prstGeom xmlns:a="http://schemas.openxmlformats.org/drawingml/2006/main" prst="roundRect">
            <a:avLst>
              <a:gd name="adj" fmla="val 21429"/>
            </a:avLst>
          </a:prstGeom>
          <a:solidFill xmlns:a="http://schemas.openxmlformats.org/drawingml/2006/main">
            <a:srgbClr val="FF625E"/>
          </a:solidFill>
          <a:ln xmlns:a="http://schemas.openxmlformats.org/drawingml/2006/main" w="9525">
            <a:solidFill>
              <a:srgbClr val="FF625E"/>
            </a:solidFill>
            <a:prstDash val="solid"/>
          </a:ln>
        </p:spPr>
      </p:sp>
      <p:sp>
        <p:nvSpPr>
          <p:cNvPr id="9" name="prompt-badge-text">
            <a:extLst xmlns:a="http://schemas.openxmlformats.org/drawingml/2006/main">
              <a:ext uri="{FF2B5EF4-FFF2-40B4-BE49-F238E27FC236}">
                <a16:creationId xmlns:a16="http://schemas.microsoft.com/office/drawing/2014/main" id="{B750BD43-9EFF-4EE1-8BE1-270CCF23FE87}"/>
              </a:ext>
            </a:extLst>
          </p:cNvPr>
          <p:cNvSpPr>
            <a:spLocks xmlns:a="http://schemas.openxmlformats.org/drawingml/2006/main" noGrp="1"/>
          </p:cNvSpPr>
          <p:nvPr/>
        </p:nvSpPr>
        <p:spPr>
          <a:xfrm xmlns:a="http://schemas.openxmlformats.org/drawingml/2006/main">
            <a:off x="3895725" y="5734050"/>
            <a:ext cx="4400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FFFFFF"/>
                </a:solidFill>
                <a:latin typeface="Helvetica Neue"/>
                <a:ea typeface="Helvetica Neue"/>
                <a:cs typeface="Helvetica Neue"/>
              </a:defRPr>
            </a:pPr>
            <a:r>
              <a:rPr sz="1575" b="1" i="0">
                <a:solidFill>
                  <a:srgbClr val="FFFFFF"/>
                </a:solidFill>
                <a:latin typeface="Helvetica Neue"/>
                <a:ea typeface="Helvetica Neue"/>
                <a:cs typeface="Helvetica Neue"/>
              </a:rPr>
              <a:t>WHAT EXTRA INFORMATION WOULD HELP?</a:t>
            </a:r>
          </a:p>
        </p:txBody>
      </p:sp>
    </p:spTree>
    <p:extLst>
      <p:ext uri="{BB962C8B-B14F-4D97-AF65-F5344CB8AC3E}">
        <p14:creationId xmlns:p14="http://schemas.microsoft.com/office/powerpoint/2010/main" val="12558971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3">
            <a:extLst xmlns:a="http://schemas.openxmlformats.org/drawingml/2006/main">
              <a:ext uri="{FF2B5EF4-FFF2-40B4-BE49-F238E27FC236}">
                <a16:creationId xmlns:a16="http://schemas.microsoft.com/office/drawing/2014/main" id="{F94914CA-942F-4849-B066-B4928AF0D06B}"/>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ENGINEERING CONSTRAINT</a:t>
            </a:r>
          </a:p>
        </p:txBody>
      </p:sp>
      <p:sp>
        <p:nvSpPr>
          <p:cNvPr id="2" name="title-3">
            <a:extLst xmlns:a="http://schemas.openxmlformats.org/drawingml/2006/main">
              <a:ext uri="{FF2B5EF4-FFF2-40B4-BE49-F238E27FC236}">
                <a16:creationId xmlns:a16="http://schemas.microsoft.com/office/drawing/2014/main" id="{E6E28528-1DAD-47A5-A2A0-E4AD0EFD1283}"/>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What must the extra bits tell us?</a:t>
            </a:r>
          </a:p>
        </p:txBody>
      </p:sp>
      <p:cxnSp>
        <p:nvCxnSpPr>
          <p:cNvPr id="13"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3">
            <a:extLst xmlns:a="http://schemas.openxmlformats.org/drawingml/2006/main">
              <a:ext uri="{FF2B5EF4-FFF2-40B4-BE49-F238E27FC236}">
                <a16:creationId xmlns:a16="http://schemas.microsoft.com/office/drawing/2014/main" id="{10C5CC93-675F-4ECE-BD4F-9A2FA5EB810D}"/>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03</a:t>
            </a:r>
          </a:p>
        </p:txBody>
      </p:sp>
      <p:sp>
        <p:nvSpPr>
          <p:cNvPr id="5" name="text">
            <a:extLst xmlns:a="http://schemas.openxmlformats.org/drawingml/2006/main">
              <a:ext uri="{FF2B5EF4-FFF2-40B4-BE49-F238E27FC236}">
                <a16:creationId xmlns:a16="http://schemas.microsoft.com/office/drawing/2014/main" id="{1FBA78B9-7C0B-4713-9ECE-ABD88A763BEC}"/>
              </a:ext>
            </a:extLst>
          </p:cNvPr>
          <p:cNvSpPr>
            <a:spLocks xmlns:a="http://schemas.openxmlformats.org/drawingml/2006/main" noGrp="1"/>
          </p:cNvSpPr>
          <p:nvPr/>
        </p:nvSpPr>
        <p:spPr>
          <a:xfrm xmlns:a="http://schemas.openxmlformats.org/drawingml/2006/main">
            <a:off x="904875" y="203835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i="0">
                <a:solidFill>
                  <a:srgbClr val="000000"/>
                </a:solidFill>
                <a:latin typeface="Helvetica Neue"/>
                <a:ea typeface="Helvetica Neue"/>
                <a:cs typeface="Helvetica Neue"/>
              </a:defRPr>
            </a:pPr>
            <a:r>
              <a:rPr sz="2625" b="1" i="0">
                <a:solidFill>
                  <a:srgbClr val="000000"/>
                </a:solidFill>
                <a:latin typeface="Helvetica Neue"/>
                <a:ea typeface="Helvetica Neue"/>
                <a:cs typeface="Helvetica Neue"/>
              </a:rPr>
              <a:t>The channel may flip at most one of seven transmitted bits.</a:t>
            </a:r>
          </a:p>
        </p:txBody>
      </p:sp>
      <p:cxnSp>
        <p:nvCxnSpPr>
          <p:cNvPr id="16" name=""/>
          <p:cNvCxnSpPr/>
          <p:nvPr/>
        </p:nvCxnSpPr>
        <p:spPr>
          <a:xfrm xmlns:a="http://schemas.openxmlformats.org/drawingml/2006/main">
            <a:off x="1238250" y="3000375"/>
            <a:ext cx="9715500" cy="953"/>
          </a:xfrm>
          <a:prstGeom xmlns:a="http://schemas.openxmlformats.org/drawingml/2006/main" prst="straightConnector1">
            <a:avLst/>
          </a:prstGeom>
          <a:ln xmlns:a="http://schemas.openxmlformats.org/drawingml/2006/main" w="19050">
            <a:solidFill>
              <a:srgbClr val="B8BCC4"/>
            </a:solidFill>
            <a:prstDash val="solid"/>
          </a:ln>
        </p:spPr>
      </p:cxnSp>
      <p:sp>
        <p:nvSpPr>
          <p:cNvPr id="7" name="text">
            <a:extLst xmlns:a="http://schemas.openxmlformats.org/drawingml/2006/main">
              <a:ext uri="{FF2B5EF4-FFF2-40B4-BE49-F238E27FC236}">
                <a16:creationId xmlns:a16="http://schemas.microsoft.com/office/drawing/2014/main" id="{8BDF6CD0-4503-44C5-BBDE-A96EF9AB0AC3}"/>
              </a:ext>
            </a:extLst>
          </p:cNvPr>
          <p:cNvSpPr>
            <a:spLocks xmlns:a="http://schemas.openxmlformats.org/drawingml/2006/main" noGrp="1"/>
          </p:cNvSpPr>
          <p:nvPr/>
        </p:nvSpPr>
        <p:spPr>
          <a:xfrm xmlns:a="http://schemas.openxmlformats.org/drawingml/2006/main">
            <a:off x="762000" y="354330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158F63"/>
                </a:solidFill>
                <a:latin typeface="Helvetica Neue"/>
                <a:ea typeface="Helvetica Neue"/>
                <a:cs typeface="Helvetica Neue"/>
              </a:defRPr>
            </a:pPr>
            <a:r>
              <a:rPr sz="2550" b="1" i="0">
                <a:solidFill>
                  <a:srgbClr val="158F63"/>
                </a:solidFill>
                <a:latin typeface="Helvetica Neue"/>
                <a:ea typeface="Helvetica Neue"/>
                <a:cs typeface="Helvetica Neue"/>
              </a:rPr>
              <a:t>NO ERROR</a:t>
            </a:r>
          </a:p>
        </p:txBody>
      </p:sp>
      <p:sp>
        <p:nvSpPr>
          <p:cNvPr id="8" name="text">
            <a:extLst xmlns:a="http://schemas.openxmlformats.org/drawingml/2006/main">
              <a:ext uri="{FF2B5EF4-FFF2-40B4-BE49-F238E27FC236}">
                <a16:creationId xmlns:a16="http://schemas.microsoft.com/office/drawing/2014/main" id="{20777BC5-7C0F-4D73-9E61-01EFD30090B0}"/>
              </a:ext>
            </a:extLst>
          </p:cNvPr>
          <p:cNvSpPr>
            <a:spLocks xmlns:a="http://schemas.openxmlformats.org/drawingml/2006/main" noGrp="1"/>
          </p:cNvSpPr>
          <p:nvPr/>
        </p:nvSpPr>
        <p:spPr>
          <a:xfrm xmlns:a="http://schemas.openxmlformats.org/drawingml/2006/main">
            <a:off x="3905250" y="3476625"/>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750" b="1" i="0">
                <a:solidFill>
                  <a:srgbClr val="59616D"/>
                </a:solidFill>
                <a:latin typeface="Helvetica Neue"/>
                <a:ea typeface="Helvetica Neue"/>
                <a:cs typeface="Helvetica Neue"/>
              </a:defRPr>
            </a:pPr>
            <a:r>
              <a:rPr sz="3750" b="1" i="0">
                <a:solidFill>
                  <a:srgbClr val="59616D"/>
                </a:solidFill>
                <a:latin typeface="Helvetica Neue"/>
                <a:ea typeface="Helvetica Neue"/>
                <a:cs typeface="Helvetica Neue"/>
              </a:rPr>
              <a:t>+</a:t>
            </a:r>
          </a:p>
        </p:txBody>
      </p:sp>
      <p:sp>
        <p:nvSpPr>
          <p:cNvPr id="9" name="text">
            <a:extLst xmlns:a="http://schemas.openxmlformats.org/drawingml/2006/main">
              <a:ext uri="{FF2B5EF4-FFF2-40B4-BE49-F238E27FC236}">
                <a16:creationId xmlns:a16="http://schemas.microsoft.com/office/drawing/2014/main" id="{3017464F-8143-4B07-A75D-A32DB34B4A9B}"/>
              </a:ext>
            </a:extLst>
          </p:cNvPr>
          <p:cNvSpPr>
            <a:spLocks xmlns:a="http://schemas.openxmlformats.org/drawingml/2006/main" noGrp="1"/>
          </p:cNvSpPr>
          <p:nvPr/>
        </p:nvSpPr>
        <p:spPr>
          <a:xfrm xmlns:a="http://schemas.openxmlformats.org/drawingml/2006/main">
            <a:off x="4953000" y="3543300"/>
            <a:ext cx="647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i="0">
                <a:solidFill>
                  <a:srgbClr val="FF625E"/>
                </a:solidFill>
                <a:latin typeface="Helvetica Neue"/>
                <a:ea typeface="Helvetica Neue"/>
                <a:cs typeface="Helvetica Neue"/>
              </a:defRPr>
            </a:pPr>
            <a:r>
              <a:rPr sz="2400" b="1" i="0">
                <a:solidFill>
                  <a:srgbClr val="FF625E"/>
                </a:solidFill>
                <a:latin typeface="Helvetica Neue"/>
                <a:ea typeface="Helvetica Neue"/>
                <a:cs typeface="Helvetica Neue"/>
              </a:rPr>
              <a:t>ERROR AT 1, 2, 3, 4, 5, 6, OR 7</a:t>
            </a:r>
          </a:p>
        </p:txBody>
      </p:sp>
      <p:sp>
        <p:nvSpPr>
          <p:cNvPr id="10" name="text">
            <a:extLst xmlns:a="http://schemas.openxmlformats.org/drawingml/2006/main">
              <a:ext uri="{FF2B5EF4-FFF2-40B4-BE49-F238E27FC236}">
                <a16:creationId xmlns:a16="http://schemas.microsoft.com/office/drawing/2014/main" id="{709DAD1E-23BD-4E1B-A67C-A78EE2941201}"/>
              </a:ext>
            </a:extLst>
          </p:cNvPr>
          <p:cNvSpPr>
            <a:spLocks xmlns:a="http://schemas.openxmlformats.org/drawingml/2006/main" noGrp="1"/>
          </p:cNvSpPr>
          <p:nvPr/>
        </p:nvSpPr>
        <p:spPr>
          <a:xfrm xmlns:a="http://schemas.openxmlformats.org/drawingml/2006/main">
            <a:off x="2095500" y="4981575"/>
            <a:ext cx="800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535"/>
          </a:bodyPr>
          <a:lstStyle xmlns:a="http://schemas.openxmlformats.org/drawingml/2006/main"/>
          <a:p xmlns:a="http://schemas.openxmlformats.org/drawingml/2006/main">
            <a:pPr algn="ctr">
              <a:defRPr sz="2700" b="1" i="0">
                <a:solidFill>
                  <a:srgbClr val="000000"/>
                </a:solidFill>
                <a:latin typeface="Helvetica Neue"/>
                <a:ea typeface="Helvetica Neue"/>
                <a:cs typeface="Helvetica Neue"/>
              </a:defRPr>
            </a:pPr>
            <a:r>
              <a:rPr sz="2700" b="1" i="0">
                <a:solidFill>
                  <a:srgbClr val="000000"/>
                </a:solidFill>
                <a:latin typeface="Helvetica Neue"/>
                <a:ea typeface="Helvetica Neue"/>
                <a:cs typeface="Helvetica Neue"/>
              </a:rPr>
              <a:t>The receiver must distinguish eight possible states.</a:t>
            </a:r>
          </a:p>
        </p:txBody>
      </p:sp>
    </p:spTree>
    <p:extLst>
      <p:ext uri="{BB962C8B-B14F-4D97-AF65-F5344CB8AC3E}">
        <p14:creationId xmlns:p14="http://schemas.microsoft.com/office/powerpoint/2010/main" val="4793995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4">
            <a:extLst xmlns:a="http://schemas.openxmlformats.org/drawingml/2006/main">
              <a:ext uri="{FF2B5EF4-FFF2-40B4-BE49-F238E27FC236}">
                <a16:creationId xmlns:a16="http://schemas.microsoft.com/office/drawing/2014/main" id="{5ECE31F8-7E2D-46C9-B96F-C8709870501E}"/>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TRY THE OBVIOUS IDEA</a:t>
            </a:r>
          </a:p>
        </p:txBody>
      </p:sp>
      <p:sp>
        <p:nvSpPr>
          <p:cNvPr id="2" name="title-4">
            <a:extLst xmlns:a="http://schemas.openxmlformats.org/drawingml/2006/main">
              <a:ext uri="{FF2B5EF4-FFF2-40B4-BE49-F238E27FC236}">
                <a16:creationId xmlns:a16="http://schemas.microsoft.com/office/drawing/2014/main" id="{C04A037D-BDDC-4B0E-8F38-C2CE212481CE}"/>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Why isn’t one parity check enough?</a:t>
            </a:r>
          </a:p>
        </p:txBody>
      </p:sp>
      <p:cxnSp>
        <p:nvCxnSpPr>
          <p:cNvPr id="19"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4">
            <a:extLst xmlns:a="http://schemas.openxmlformats.org/drawingml/2006/main">
              <a:ext uri="{FF2B5EF4-FFF2-40B4-BE49-F238E27FC236}">
                <a16:creationId xmlns:a16="http://schemas.microsoft.com/office/drawing/2014/main" id="{6A4FE392-64A2-42BC-9B64-B88FB432270A}"/>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04</a:t>
            </a:r>
          </a:p>
        </p:txBody>
      </p:sp>
      <p:sp>
        <p:nvSpPr>
          <p:cNvPr id="5" name="parity-0">
            <a:extLst xmlns:a="http://schemas.openxmlformats.org/drawingml/2006/main">
              <a:ext uri="{FF2B5EF4-FFF2-40B4-BE49-F238E27FC236}">
                <a16:creationId xmlns:a16="http://schemas.microsoft.com/office/drawing/2014/main" id="{3011F02B-37E0-4335-A4E5-BE3E40AABA69}"/>
              </a:ext>
            </a:extLst>
          </p:cNvPr>
          <p:cNvSpPr>
            <a:spLocks xmlns:a="http://schemas.openxmlformats.org/drawingml/2006/main" noGrp="1"/>
          </p:cNvSpPr>
          <p:nvPr/>
        </p:nvSpPr>
        <p:spPr>
          <a:xfrm xmlns:a="http://schemas.openxmlformats.org/drawingml/2006/main">
            <a:off x="2495550" y="2171700"/>
            <a:ext cx="1143000" cy="1143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000000"/>
            </a:solidFill>
            <a:prstDash val="solid"/>
          </a:ln>
        </p:spPr>
      </p:sp>
      <p:sp>
        <p:nvSpPr>
          <p:cNvPr id="6" name="parity-bit-0">
            <a:extLst xmlns:a="http://schemas.openxmlformats.org/drawingml/2006/main">
              <a:ext uri="{FF2B5EF4-FFF2-40B4-BE49-F238E27FC236}">
                <a16:creationId xmlns:a16="http://schemas.microsoft.com/office/drawing/2014/main" id="{E0B68E11-2C58-4E19-B957-6D25F89B5DD3}"/>
              </a:ext>
            </a:extLst>
          </p:cNvPr>
          <p:cNvSpPr>
            <a:spLocks xmlns:a="http://schemas.openxmlformats.org/drawingml/2006/main" noGrp="1"/>
          </p:cNvSpPr>
          <p:nvPr/>
        </p:nvSpPr>
        <p:spPr>
          <a:xfrm xmlns:a="http://schemas.openxmlformats.org/drawingml/2006/main">
            <a:off x="2495550" y="2400300"/>
            <a:ext cx="114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7" name="parity-1">
            <a:extLst xmlns:a="http://schemas.openxmlformats.org/drawingml/2006/main">
              <a:ext uri="{FF2B5EF4-FFF2-40B4-BE49-F238E27FC236}">
                <a16:creationId xmlns:a16="http://schemas.microsoft.com/office/drawing/2014/main" id="{5F6799FC-514A-48C7-BDF4-EBC6545AFB29}"/>
              </a:ext>
            </a:extLst>
          </p:cNvPr>
          <p:cNvSpPr>
            <a:spLocks xmlns:a="http://schemas.openxmlformats.org/drawingml/2006/main" noGrp="1"/>
          </p:cNvSpPr>
          <p:nvPr/>
        </p:nvSpPr>
        <p:spPr>
          <a:xfrm xmlns:a="http://schemas.openxmlformats.org/drawingml/2006/main">
            <a:off x="4019550" y="2171700"/>
            <a:ext cx="1143000" cy="1143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000000"/>
            </a:solidFill>
            <a:prstDash val="solid"/>
          </a:ln>
        </p:spPr>
      </p:sp>
      <p:sp>
        <p:nvSpPr>
          <p:cNvPr id="8" name="parity-bit-1">
            <a:extLst xmlns:a="http://schemas.openxmlformats.org/drawingml/2006/main">
              <a:ext uri="{FF2B5EF4-FFF2-40B4-BE49-F238E27FC236}">
                <a16:creationId xmlns:a16="http://schemas.microsoft.com/office/drawing/2014/main" id="{1EBF394E-BC9F-4B84-8F02-ABCBB8D5B74E}"/>
              </a:ext>
            </a:extLst>
          </p:cNvPr>
          <p:cNvSpPr>
            <a:spLocks xmlns:a="http://schemas.openxmlformats.org/drawingml/2006/main" noGrp="1"/>
          </p:cNvSpPr>
          <p:nvPr/>
        </p:nvSpPr>
        <p:spPr>
          <a:xfrm xmlns:a="http://schemas.openxmlformats.org/drawingml/2006/main">
            <a:off x="4019550" y="2400300"/>
            <a:ext cx="114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a:t>
            </a:r>
          </a:p>
        </p:txBody>
      </p:sp>
      <p:sp>
        <p:nvSpPr>
          <p:cNvPr id="9" name="parity-2">
            <a:extLst xmlns:a="http://schemas.openxmlformats.org/drawingml/2006/main">
              <a:ext uri="{FF2B5EF4-FFF2-40B4-BE49-F238E27FC236}">
                <a16:creationId xmlns:a16="http://schemas.microsoft.com/office/drawing/2014/main" id="{007F8CAF-E752-4869-990B-3A5F30E9AE34}"/>
              </a:ext>
            </a:extLst>
          </p:cNvPr>
          <p:cNvSpPr>
            <a:spLocks xmlns:a="http://schemas.openxmlformats.org/drawingml/2006/main" noGrp="1"/>
          </p:cNvSpPr>
          <p:nvPr/>
        </p:nvSpPr>
        <p:spPr>
          <a:xfrm xmlns:a="http://schemas.openxmlformats.org/drawingml/2006/main">
            <a:off x="5543550" y="2171700"/>
            <a:ext cx="1143000" cy="11430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000000"/>
            </a:solidFill>
            <a:prstDash val="solid"/>
          </a:ln>
        </p:spPr>
      </p:sp>
      <p:sp>
        <p:nvSpPr>
          <p:cNvPr id="10" name="parity-bit-2">
            <a:extLst xmlns:a="http://schemas.openxmlformats.org/drawingml/2006/main">
              <a:ext uri="{FF2B5EF4-FFF2-40B4-BE49-F238E27FC236}">
                <a16:creationId xmlns:a16="http://schemas.microsoft.com/office/drawing/2014/main" id="{720D6CEE-1D04-4E02-B421-F9674DED990D}"/>
              </a:ext>
            </a:extLst>
          </p:cNvPr>
          <p:cNvSpPr>
            <a:spLocks xmlns:a="http://schemas.openxmlformats.org/drawingml/2006/main" noGrp="1"/>
          </p:cNvSpPr>
          <p:nvPr/>
        </p:nvSpPr>
        <p:spPr>
          <a:xfrm xmlns:a="http://schemas.openxmlformats.org/drawingml/2006/main">
            <a:off x="5543550" y="2400300"/>
            <a:ext cx="114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11" name="parity-3">
            <a:extLst xmlns:a="http://schemas.openxmlformats.org/drawingml/2006/main">
              <a:ext uri="{FF2B5EF4-FFF2-40B4-BE49-F238E27FC236}">
                <a16:creationId xmlns:a16="http://schemas.microsoft.com/office/drawing/2014/main" id="{7585E65B-0DEF-4B10-8985-9AD957A461BF}"/>
              </a:ext>
            </a:extLst>
          </p:cNvPr>
          <p:cNvSpPr>
            <a:spLocks xmlns:a="http://schemas.openxmlformats.org/drawingml/2006/main" noGrp="1"/>
          </p:cNvSpPr>
          <p:nvPr/>
        </p:nvSpPr>
        <p:spPr>
          <a:xfrm xmlns:a="http://schemas.openxmlformats.org/drawingml/2006/main">
            <a:off x="7067550" y="2171700"/>
            <a:ext cx="1143000" cy="1143000"/>
          </a:xfrm>
          <a:prstGeom xmlns:a="http://schemas.openxmlformats.org/drawingml/2006/main" prst="roundRect">
            <a:avLst>
              <a:gd name="adj" fmla="val 10000"/>
            </a:avLst>
          </a:prstGeom>
          <a:solidFill xmlns:a="http://schemas.openxmlformats.org/drawingml/2006/main">
            <a:srgbClr val="D0EDFA"/>
          </a:solidFill>
          <a:ln xmlns:a="http://schemas.openxmlformats.org/drawingml/2006/main" w="9525">
            <a:solidFill>
              <a:srgbClr val="3D8DFF"/>
            </a:solidFill>
            <a:prstDash val="solid"/>
          </a:ln>
        </p:spPr>
      </p:sp>
      <p:sp>
        <p:nvSpPr>
          <p:cNvPr id="12" name="parity-bit-3">
            <a:extLst xmlns:a="http://schemas.openxmlformats.org/drawingml/2006/main">
              <a:ext uri="{FF2B5EF4-FFF2-40B4-BE49-F238E27FC236}">
                <a16:creationId xmlns:a16="http://schemas.microsoft.com/office/drawing/2014/main" id="{FCF0BC5A-B812-41E9-A639-B1AB957CAB0A}"/>
              </a:ext>
            </a:extLst>
          </p:cNvPr>
          <p:cNvSpPr>
            <a:spLocks xmlns:a="http://schemas.openxmlformats.org/drawingml/2006/main" noGrp="1"/>
          </p:cNvSpPr>
          <p:nvPr/>
        </p:nvSpPr>
        <p:spPr>
          <a:xfrm xmlns:a="http://schemas.openxmlformats.org/drawingml/2006/main">
            <a:off x="7067550" y="2400300"/>
            <a:ext cx="114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a:t>
            </a:r>
          </a:p>
        </p:txBody>
      </p:sp>
      <p:sp>
        <p:nvSpPr>
          <p:cNvPr id="13" name="text">
            <a:extLst xmlns:a="http://schemas.openxmlformats.org/drawingml/2006/main">
              <a:ext uri="{FF2B5EF4-FFF2-40B4-BE49-F238E27FC236}">
                <a16:creationId xmlns:a16="http://schemas.microsoft.com/office/drawing/2014/main" id="{E94DB8B1-483B-416E-9098-D40CC8A22D20}"/>
              </a:ext>
            </a:extLst>
          </p:cNvPr>
          <p:cNvSpPr>
            <a:spLocks xmlns:a="http://schemas.openxmlformats.org/drawingml/2006/main" noGrp="1"/>
          </p:cNvSpPr>
          <p:nvPr/>
        </p:nvSpPr>
        <p:spPr>
          <a:xfrm xmlns:a="http://schemas.openxmlformats.org/drawingml/2006/main">
            <a:off x="7067550" y="344805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 check</a:t>
            </a:r>
          </a:p>
        </p:txBody>
      </p:sp>
      <p:sp>
        <p:nvSpPr>
          <p:cNvPr id="14" name="text">
            <a:extLst xmlns:a="http://schemas.openxmlformats.org/drawingml/2006/main">
              <a:ext uri="{FF2B5EF4-FFF2-40B4-BE49-F238E27FC236}">
                <a16:creationId xmlns:a16="http://schemas.microsoft.com/office/drawing/2014/main" id="{AB15DA75-961D-443E-8EEB-16C5BF5010C1}"/>
              </a:ext>
            </a:extLst>
          </p:cNvPr>
          <p:cNvSpPr>
            <a:spLocks xmlns:a="http://schemas.openxmlformats.org/drawingml/2006/main" noGrp="1"/>
          </p:cNvSpPr>
          <p:nvPr/>
        </p:nvSpPr>
        <p:spPr>
          <a:xfrm xmlns:a="http://schemas.openxmlformats.org/drawingml/2006/main">
            <a:off x="2857500" y="4124325"/>
            <a:ext cx="647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000000"/>
                </a:solidFill>
                <a:latin typeface="Helvetica Neue"/>
                <a:ea typeface="Helvetica Neue"/>
                <a:cs typeface="Helvetica Neue"/>
              </a:defRPr>
            </a:pPr>
            <a:r>
              <a:rPr sz="2250" b="1" i="0">
                <a:solidFill>
                  <a:srgbClr val="000000"/>
                </a:solidFill>
                <a:latin typeface="Helvetica Neue"/>
                <a:ea typeface="Helvetica Neue"/>
                <a:cs typeface="Helvetica Neue"/>
              </a:rPr>
              <a:t>Even before sending</a:t>
            </a:r>
          </a:p>
        </p:txBody>
      </p:sp>
      <p:sp>
        <p:nvSpPr>
          <p:cNvPr id="15" name="text">
            <a:extLst xmlns:a="http://schemas.openxmlformats.org/drawingml/2006/main">
              <a:ext uri="{FF2B5EF4-FFF2-40B4-BE49-F238E27FC236}">
                <a16:creationId xmlns:a16="http://schemas.microsoft.com/office/drawing/2014/main" id="{C03EB4F7-7E5A-4EBF-B237-60B7918941C0}"/>
              </a:ext>
            </a:extLst>
          </p:cNvPr>
          <p:cNvSpPr>
            <a:spLocks xmlns:a="http://schemas.openxmlformats.org/drawingml/2006/main" noGrp="1"/>
          </p:cNvSpPr>
          <p:nvPr/>
        </p:nvSpPr>
        <p:spPr>
          <a:xfrm xmlns:a="http://schemas.openxmlformats.org/drawingml/2006/main">
            <a:off x="2381250" y="4686300"/>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i="0">
                <a:solidFill>
                  <a:srgbClr val="FF625E"/>
                </a:solidFill>
                <a:latin typeface="Helvetica Neue"/>
                <a:ea typeface="Helvetica Neue"/>
                <a:cs typeface="Helvetica Neue"/>
              </a:defRPr>
            </a:pPr>
            <a:r>
              <a:rPr sz="2325" b="1" i="0">
                <a:solidFill>
                  <a:srgbClr val="FF625E"/>
                </a:solidFill>
                <a:latin typeface="Helvetica Neue"/>
                <a:ea typeface="Helvetica Neue"/>
                <a:cs typeface="Helvetica Neue"/>
              </a:rPr>
              <a:t>After one flip, parity changes to odd.</a:t>
            </a:r>
          </a:p>
        </p:txBody>
      </p:sp>
      <p:sp>
        <p:nvSpPr>
          <p:cNvPr id="16" name="text">
            <a:extLst xmlns:a="http://schemas.openxmlformats.org/drawingml/2006/main">
              <a:ext uri="{FF2B5EF4-FFF2-40B4-BE49-F238E27FC236}">
                <a16:creationId xmlns:a16="http://schemas.microsoft.com/office/drawing/2014/main" id="{2E606D7A-E876-436D-89F0-1A386A617B85}"/>
              </a:ext>
            </a:extLst>
          </p:cNvPr>
          <p:cNvSpPr>
            <a:spLocks xmlns:a="http://schemas.openxmlformats.org/drawingml/2006/main" noGrp="1"/>
          </p:cNvSpPr>
          <p:nvPr/>
        </p:nvSpPr>
        <p:spPr>
          <a:xfrm xmlns:a="http://schemas.openxmlformats.org/drawingml/2006/main">
            <a:off x="1714500" y="5457825"/>
            <a:ext cx="876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i="0">
                <a:solidFill>
                  <a:srgbClr val="000000"/>
                </a:solidFill>
                <a:latin typeface="Helvetica Neue"/>
                <a:ea typeface="Helvetica Neue"/>
                <a:cs typeface="Helvetica Neue"/>
              </a:defRPr>
            </a:pPr>
            <a:r>
              <a:rPr sz="2400" b="1" i="0">
                <a:solidFill>
                  <a:srgbClr val="000000"/>
                </a:solidFill>
                <a:latin typeface="Helvetica Neue"/>
                <a:ea typeface="Helvetica Neue"/>
                <a:cs typeface="Helvetica Neue"/>
              </a:rPr>
              <a:t>It answers “Did something change?”—not “Where?”</a:t>
            </a:r>
          </a:p>
        </p:txBody>
      </p:sp>
    </p:spTree>
    <p:extLst>
      <p:ext uri="{BB962C8B-B14F-4D97-AF65-F5344CB8AC3E}">
        <p14:creationId xmlns:p14="http://schemas.microsoft.com/office/powerpoint/2010/main" val="14197995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5">
            <a:extLst xmlns:a="http://schemas.openxmlformats.org/drawingml/2006/main">
              <a:ext uri="{FF2B5EF4-FFF2-40B4-BE49-F238E27FC236}">
                <a16:creationId xmlns:a16="http://schemas.microsoft.com/office/drawing/2014/main" id="{51923754-9C8D-49E9-B890-CB86A1C4EEB2}"/>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COUNTING INFORMATION</a:t>
            </a:r>
          </a:p>
        </p:txBody>
      </p:sp>
      <p:sp>
        <p:nvSpPr>
          <p:cNvPr id="2" name="title-5">
            <a:extLst xmlns:a="http://schemas.openxmlformats.org/drawingml/2006/main">
              <a:ext uri="{FF2B5EF4-FFF2-40B4-BE49-F238E27FC236}">
                <a16:creationId xmlns:a16="http://schemas.microsoft.com/office/drawing/2014/main" id="{255D46E7-81A9-44F8-99D0-57017F0B9504}"/>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Why are three yes/no checks exactly enough?</a:t>
            </a:r>
          </a:p>
        </p:txBody>
      </p:sp>
      <p:cxnSp>
        <p:nvCxnSpPr>
          <p:cNvPr id="16"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5">
            <a:extLst xmlns:a="http://schemas.openxmlformats.org/drawingml/2006/main">
              <a:ext uri="{FF2B5EF4-FFF2-40B4-BE49-F238E27FC236}">
                <a16:creationId xmlns:a16="http://schemas.microsoft.com/office/drawing/2014/main" id="{DFD7BBEC-12C8-4FAD-B10F-AA1352D80D26}"/>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05</a:t>
            </a:r>
          </a:p>
        </p:txBody>
      </p:sp>
      <p:sp>
        <p:nvSpPr>
          <p:cNvPr id="5" name="text">
            <a:extLst xmlns:a="http://schemas.openxmlformats.org/drawingml/2006/main">
              <a:ext uri="{FF2B5EF4-FFF2-40B4-BE49-F238E27FC236}">
                <a16:creationId xmlns:a16="http://schemas.microsoft.com/office/drawing/2014/main" id="{1E6D72CB-9F6D-4264-9A3A-D1F4B749F37C}"/>
              </a:ext>
            </a:extLst>
          </p:cNvPr>
          <p:cNvSpPr>
            <a:spLocks xmlns:a="http://schemas.openxmlformats.org/drawingml/2006/main" noGrp="1"/>
          </p:cNvSpPr>
          <p:nvPr/>
        </p:nvSpPr>
        <p:spPr>
          <a:xfrm xmlns:a="http://schemas.openxmlformats.org/drawingml/2006/main">
            <a:off x="762000" y="22098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6DCBF4"/>
                </a:solidFill>
                <a:latin typeface="Helvetica Neue"/>
                <a:ea typeface="Helvetica Neue"/>
                <a:cs typeface="Helvetica Neue"/>
              </a:defRPr>
            </a:pPr>
            <a:r>
              <a:rPr sz="2250" b="1" i="0">
                <a:solidFill>
                  <a:srgbClr val="6DCBF4"/>
                </a:solidFill>
                <a:latin typeface="Helvetica Neue"/>
                <a:ea typeface="Helvetica Neue"/>
                <a:cs typeface="Helvetica Neue"/>
              </a:rPr>
              <a:t>1 question</a:t>
            </a:r>
          </a:p>
        </p:txBody>
      </p:sp>
      <p:sp>
        <p:nvSpPr>
          <p:cNvPr id="6" name="text">
            <a:extLst xmlns:a="http://schemas.openxmlformats.org/drawingml/2006/main">
              <a:ext uri="{FF2B5EF4-FFF2-40B4-BE49-F238E27FC236}">
                <a16:creationId xmlns:a16="http://schemas.microsoft.com/office/drawing/2014/main" id="{CA4108BC-EA94-4BC7-94D8-62B66DC7ADAE}"/>
              </a:ext>
            </a:extLst>
          </p:cNvPr>
          <p:cNvSpPr>
            <a:spLocks xmlns:a="http://schemas.openxmlformats.org/drawingml/2006/main" noGrp="1"/>
          </p:cNvSpPr>
          <p:nvPr/>
        </p:nvSpPr>
        <p:spPr>
          <a:xfrm xmlns:a="http://schemas.openxmlformats.org/drawingml/2006/main">
            <a:off x="762000" y="285750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2 outcomes</a:t>
            </a:r>
          </a:p>
        </p:txBody>
      </p:sp>
      <p:sp>
        <p:nvSpPr>
          <p:cNvPr id="7" name="text">
            <a:extLst xmlns:a="http://schemas.openxmlformats.org/drawingml/2006/main">
              <a:ext uri="{FF2B5EF4-FFF2-40B4-BE49-F238E27FC236}">
                <a16:creationId xmlns:a16="http://schemas.microsoft.com/office/drawing/2014/main" id="{E9B9BEEA-0975-4D28-A245-709091DA1F8C}"/>
              </a:ext>
            </a:extLst>
          </p:cNvPr>
          <p:cNvSpPr>
            <a:spLocks xmlns:a="http://schemas.openxmlformats.org/drawingml/2006/main" noGrp="1"/>
          </p:cNvSpPr>
          <p:nvPr/>
        </p:nvSpPr>
        <p:spPr>
          <a:xfrm xmlns:a="http://schemas.openxmlformats.org/drawingml/2006/main">
            <a:off x="4667250" y="22098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3D8DFF"/>
                </a:solidFill>
                <a:latin typeface="Helvetica Neue"/>
                <a:ea typeface="Helvetica Neue"/>
                <a:cs typeface="Helvetica Neue"/>
              </a:defRPr>
            </a:pPr>
            <a:r>
              <a:rPr sz="2250" b="1" i="0">
                <a:solidFill>
                  <a:srgbClr val="3D8DFF"/>
                </a:solidFill>
                <a:latin typeface="Helvetica Neue"/>
                <a:ea typeface="Helvetica Neue"/>
                <a:cs typeface="Helvetica Neue"/>
              </a:rPr>
              <a:t>2 questions</a:t>
            </a:r>
          </a:p>
        </p:txBody>
      </p:sp>
      <p:sp>
        <p:nvSpPr>
          <p:cNvPr id="8" name="text">
            <a:extLst xmlns:a="http://schemas.openxmlformats.org/drawingml/2006/main">
              <a:ext uri="{FF2B5EF4-FFF2-40B4-BE49-F238E27FC236}">
                <a16:creationId xmlns:a16="http://schemas.microsoft.com/office/drawing/2014/main" id="{98AD3FC6-10C4-48D5-B23A-C7ED958AAAB3}"/>
              </a:ext>
            </a:extLst>
          </p:cNvPr>
          <p:cNvSpPr>
            <a:spLocks xmlns:a="http://schemas.openxmlformats.org/drawingml/2006/main" noGrp="1"/>
          </p:cNvSpPr>
          <p:nvPr/>
        </p:nvSpPr>
        <p:spPr>
          <a:xfrm xmlns:a="http://schemas.openxmlformats.org/drawingml/2006/main">
            <a:off x="4667250" y="285750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4 outcomes</a:t>
            </a:r>
          </a:p>
        </p:txBody>
      </p:sp>
      <p:sp>
        <p:nvSpPr>
          <p:cNvPr id="9" name="text">
            <a:extLst xmlns:a="http://schemas.openxmlformats.org/drawingml/2006/main">
              <a:ext uri="{FF2B5EF4-FFF2-40B4-BE49-F238E27FC236}">
                <a16:creationId xmlns:a16="http://schemas.microsoft.com/office/drawing/2014/main" id="{3F372762-EEA2-4BFF-BBEE-C04A943C46FA}"/>
              </a:ext>
            </a:extLst>
          </p:cNvPr>
          <p:cNvSpPr>
            <a:spLocks xmlns:a="http://schemas.openxmlformats.org/drawingml/2006/main" noGrp="1"/>
          </p:cNvSpPr>
          <p:nvPr/>
        </p:nvSpPr>
        <p:spPr>
          <a:xfrm xmlns:a="http://schemas.openxmlformats.org/drawingml/2006/main">
            <a:off x="8572500" y="22098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7B61FF"/>
                </a:solidFill>
                <a:latin typeface="Helvetica Neue"/>
                <a:ea typeface="Helvetica Neue"/>
                <a:cs typeface="Helvetica Neue"/>
              </a:defRPr>
            </a:pPr>
            <a:r>
              <a:rPr sz="2250" b="1" i="0">
                <a:solidFill>
                  <a:srgbClr val="7B61FF"/>
                </a:solidFill>
                <a:latin typeface="Helvetica Neue"/>
                <a:ea typeface="Helvetica Neue"/>
                <a:cs typeface="Helvetica Neue"/>
              </a:rPr>
              <a:t>3 questions</a:t>
            </a:r>
          </a:p>
        </p:txBody>
      </p:sp>
      <p:sp>
        <p:nvSpPr>
          <p:cNvPr id="10" name="text">
            <a:extLst xmlns:a="http://schemas.openxmlformats.org/drawingml/2006/main">
              <a:ext uri="{FF2B5EF4-FFF2-40B4-BE49-F238E27FC236}">
                <a16:creationId xmlns:a16="http://schemas.microsoft.com/office/drawing/2014/main" id="{45421993-F908-4840-8865-990C00492F17}"/>
              </a:ext>
            </a:extLst>
          </p:cNvPr>
          <p:cNvSpPr>
            <a:spLocks xmlns:a="http://schemas.openxmlformats.org/drawingml/2006/main" noGrp="1"/>
          </p:cNvSpPr>
          <p:nvPr/>
        </p:nvSpPr>
        <p:spPr>
          <a:xfrm xmlns:a="http://schemas.openxmlformats.org/drawingml/2006/main">
            <a:off x="8572500" y="285750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158F63"/>
                </a:solidFill>
                <a:latin typeface="Helvetica Neue"/>
                <a:ea typeface="Helvetica Neue"/>
                <a:cs typeface="Helvetica Neue"/>
              </a:defRPr>
            </a:pPr>
            <a:r>
              <a:rPr sz="3600" b="1" i="0">
                <a:solidFill>
                  <a:srgbClr val="158F63"/>
                </a:solidFill>
                <a:latin typeface="Helvetica Neue"/>
                <a:ea typeface="Helvetica Neue"/>
                <a:cs typeface="Helvetica Neue"/>
              </a:rPr>
              <a:t>8 outcomes</a:t>
            </a:r>
          </a:p>
        </p:txBody>
      </p:sp>
      <p:cxnSp>
        <p:nvCxnSpPr>
          <p:cNvPr id="24" name=""/>
          <p:cNvCxnSpPr/>
          <p:nvPr/>
        </p:nvCxnSpPr>
        <p:spPr>
          <a:xfrm xmlns:a="http://schemas.openxmlformats.org/drawingml/2006/main">
            <a:off x="1047750" y="4010025"/>
            <a:ext cx="10096500" cy="953"/>
          </a:xfrm>
          <a:prstGeom xmlns:a="http://schemas.openxmlformats.org/drawingml/2006/main" prst="straightConnector1">
            <a:avLst/>
          </a:prstGeom>
          <a:ln xmlns:a="http://schemas.openxmlformats.org/drawingml/2006/main" w="19050">
            <a:solidFill>
              <a:srgbClr val="B8BCC4"/>
            </a:solidFill>
            <a:prstDash val="solid"/>
          </a:ln>
        </p:spPr>
      </p:cxnSp>
      <p:sp>
        <p:nvSpPr>
          <p:cNvPr id="12" name="text">
            <a:extLst xmlns:a="http://schemas.openxmlformats.org/drawingml/2006/main">
              <a:ext uri="{FF2B5EF4-FFF2-40B4-BE49-F238E27FC236}">
                <a16:creationId xmlns:a16="http://schemas.microsoft.com/office/drawing/2014/main" id="{CC6254A2-9378-442B-9199-F2D7C11F44E3}"/>
              </a:ext>
            </a:extLst>
          </p:cNvPr>
          <p:cNvSpPr>
            <a:spLocks xmlns:a="http://schemas.openxmlformats.org/drawingml/2006/main" noGrp="1"/>
          </p:cNvSpPr>
          <p:nvPr/>
        </p:nvSpPr>
        <p:spPr>
          <a:xfrm xmlns:a="http://schemas.openxmlformats.org/drawingml/2006/main">
            <a:off x="1714500" y="4495800"/>
            <a:ext cx="876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396"/>
          </a:bodyPr>
          <a:lstStyle xmlns:a="http://schemas.openxmlformats.org/drawingml/2006/main"/>
          <a:p xmlns:a="http://schemas.openxmlformats.org/drawingml/2006/main">
            <a:pPr algn="ctr">
              <a:defRPr sz="2700" b="1" i="0">
                <a:solidFill>
                  <a:srgbClr val="000000"/>
                </a:solidFill>
                <a:latin typeface="Helvetica Neue"/>
                <a:ea typeface="Helvetica Neue"/>
                <a:cs typeface="Helvetica Neue"/>
              </a:defRPr>
            </a:pPr>
            <a:r>
              <a:rPr sz="2700" b="1" i="0">
                <a:solidFill>
                  <a:srgbClr val="000000"/>
                </a:solidFill>
                <a:latin typeface="Helvetica Neue"/>
                <a:ea typeface="Helvetica Neue"/>
                <a:cs typeface="Helvetica Neue"/>
              </a:rPr>
              <a:t>Three answers can name exactly: no error + seven positions.</a:t>
            </a:r>
          </a:p>
        </p:txBody>
      </p:sp>
      <p:sp>
        <p:nvSpPr>
          <p:cNvPr id="13" name="text">
            <a:extLst xmlns:a="http://schemas.openxmlformats.org/drawingml/2006/main">
              <a:ext uri="{FF2B5EF4-FFF2-40B4-BE49-F238E27FC236}">
                <a16:creationId xmlns:a16="http://schemas.microsoft.com/office/drawing/2014/main" id="{91D89A69-6ECA-495B-9AA8-C22DDE54412F}"/>
              </a:ext>
            </a:extLst>
          </p:cNvPr>
          <p:cNvSpPr>
            <a:spLocks xmlns:a="http://schemas.openxmlformats.org/drawingml/2006/main" noGrp="1"/>
          </p:cNvSpPr>
          <p:nvPr/>
        </p:nvSpPr>
        <p:spPr>
          <a:xfrm xmlns:a="http://schemas.openxmlformats.org/drawingml/2006/main">
            <a:off x="2095500" y="5476875"/>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0" i="0">
                <a:solidFill>
                  <a:srgbClr val="59616D"/>
                </a:solidFill>
                <a:latin typeface="Helvetica Neue"/>
                <a:ea typeface="Helvetica Neue"/>
                <a:cs typeface="Helvetica Neue"/>
              </a:defRPr>
            </a:pPr>
            <a:r>
              <a:rPr sz="1950" b="0" i="0">
                <a:solidFill>
                  <a:srgbClr val="59616D"/>
                </a:solidFill>
                <a:latin typeface="Helvetica Neue"/>
                <a:ea typeface="Helvetica Neue"/>
                <a:cs typeface="Helvetica Neue"/>
              </a:rPr>
              <a:t>Could you invent eight different three-answer fingerprints?</a:t>
            </a:r>
          </a:p>
        </p:txBody>
      </p:sp>
    </p:spTree>
    <p:extLst>
      <p:ext uri="{BB962C8B-B14F-4D97-AF65-F5344CB8AC3E}">
        <p14:creationId xmlns:p14="http://schemas.microsoft.com/office/powerpoint/2010/main" val="11209648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section-6">
            <a:extLst xmlns:a="http://schemas.openxmlformats.org/drawingml/2006/main">
              <a:ext uri="{FF2B5EF4-FFF2-40B4-BE49-F238E27FC236}">
                <a16:creationId xmlns:a16="http://schemas.microsoft.com/office/drawing/2014/main" id="{EEDD18BA-1E91-454C-84B0-C3607A85BE5E}"/>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DESIGN CHALLENGE</a:t>
            </a:r>
          </a:p>
        </p:txBody>
      </p:sp>
      <p:sp>
        <p:nvSpPr>
          <p:cNvPr id="2" name="title-6">
            <a:extLst xmlns:a="http://schemas.openxmlformats.org/drawingml/2006/main">
              <a:ext uri="{FF2B5EF4-FFF2-40B4-BE49-F238E27FC236}">
                <a16:creationId xmlns:a16="http://schemas.microsoft.com/office/drawing/2014/main" id="{AEE4F26C-1516-4E33-A2A7-F2467FD7848E}"/>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000000"/>
                </a:solidFill>
                <a:latin typeface="Helvetica Neue"/>
                <a:ea typeface="Helvetica Neue"/>
                <a:cs typeface="Helvetica Neue"/>
              </a:defRPr>
            </a:pPr>
            <a:r>
              <a:rPr sz="3450" b="1" i="0">
                <a:solidFill>
                  <a:srgbClr val="000000"/>
                </a:solidFill>
                <a:latin typeface="Helvetica Neue"/>
                <a:ea typeface="Helvetica Neue"/>
                <a:cs typeface="Helvetica Neue"/>
              </a:rPr>
              <a:t>Can you invent seven unique error fingerprints?</a:t>
            </a:r>
          </a:p>
        </p:txBody>
      </p:sp>
      <p:cxnSp>
        <p:nvCxnSpPr>
          <p:cNvPr id="43"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6">
            <a:extLst xmlns:a="http://schemas.openxmlformats.org/drawingml/2006/main">
              <a:ext uri="{FF2B5EF4-FFF2-40B4-BE49-F238E27FC236}">
                <a16:creationId xmlns:a16="http://schemas.microsoft.com/office/drawing/2014/main" id="{EE868C66-B29C-4F94-AF63-66CDD19D1051}"/>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06</a:t>
            </a:r>
          </a:p>
        </p:txBody>
      </p:sp>
      <p:sp>
        <p:nvSpPr>
          <p:cNvPr id="5" name="text">
            <a:extLst xmlns:a="http://schemas.openxmlformats.org/drawingml/2006/main">
              <a:ext uri="{FF2B5EF4-FFF2-40B4-BE49-F238E27FC236}">
                <a16:creationId xmlns:a16="http://schemas.microsoft.com/office/drawing/2014/main" id="{307F77D2-7083-4C69-B002-283D6DA49450}"/>
              </a:ext>
            </a:extLst>
          </p:cNvPr>
          <p:cNvSpPr>
            <a:spLocks xmlns:a="http://schemas.openxmlformats.org/drawingml/2006/main" noGrp="1"/>
          </p:cNvSpPr>
          <p:nvPr/>
        </p:nvSpPr>
        <p:spPr>
          <a:xfrm xmlns:a="http://schemas.openxmlformats.org/drawingml/2006/main">
            <a:off x="1524000" y="1885950"/>
            <a:ext cx="914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i="0">
                <a:solidFill>
                  <a:srgbClr val="000000"/>
                </a:solidFill>
                <a:latin typeface="Helvetica Neue"/>
                <a:ea typeface="Helvetica Neue"/>
                <a:cs typeface="Helvetica Neue"/>
              </a:defRPr>
            </a:pPr>
            <a:r>
              <a:rPr sz="2175" b="1" i="0">
                <a:solidFill>
                  <a:srgbClr val="000000"/>
                </a:solidFill>
                <a:latin typeface="Helvetica Neue"/>
                <a:ea typeface="Helvetica Neue"/>
                <a:cs typeface="Helvetica Neue"/>
              </a:rPr>
              <a:t>Give each state a different pattern of three answers.</a:t>
            </a:r>
          </a:p>
        </p:txBody>
      </p:sp>
      <p:sp>
        <p:nvSpPr>
          <p:cNvPr id="6" name="text">
            <a:extLst xmlns:a="http://schemas.openxmlformats.org/drawingml/2006/main">
              <a:ext uri="{FF2B5EF4-FFF2-40B4-BE49-F238E27FC236}">
                <a16:creationId xmlns:a16="http://schemas.microsoft.com/office/drawing/2014/main" id="{14EB06FF-6E49-4D0B-BD00-23B7B9DA1A5E}"/>
              </a:ext>
            </a:extLst>
          </p:cNvPr>
          <p:cNvSpPr>
            <a:spLocks xmlns:a="http://schemas.openxmlformats.org/drawingml/2006/main" noGrp="1"/>
          </p:cNvSpPr>
          <p:nvPr/>
        </p:nvSpPr>
        <p:spPr>
          <a:xfrm xmlns:a="http://schemas.openxmlformats.org/drawingml/2006/main">
            <a:off x="685800" y="282892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158F63"/>
                </a:solidFill>
                <a:latin typeface="Helvetica Neue"/>
                <a:ea typeface="Helvetica Neue"/>
                <a:cs typeface="Helvetica Neue"/>
              </a:defRPr>
            </a:pPr>
            <a:r>
              <a:rPr sz="1275" b="1" i="0">
                <a:solidFill>
                  <a:srgbClr val="158F63"/>
                </a:solidFill>
                <a:latin typeface="Helvetica Neue"/>
                <a:ea typeface="Helvetica Neue"/>
                <a:cs typeface="Helvetica Neue"/>
              </a:rPr>
              <a:t>no error</a:t>
            </a:r>
          </a:p>
        </p:txBody>
      </p:sp>
      <p:cxnSp>
        <p:nvCxnSpPr>
          <p:cNvPr id="47" name=""/>
          <p:cNvCxnSpPr/>
          <p:nvPr/>
        </p:nvCxnSpPr>
        <p:spPr>
          <a:xfrm xmlns:a="http://schemas.openxmlformats.org/drawingml/2006/main">
            <a:off x="762000" y="3495675"/>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48" name=""/>
          <p:cNvCxnSpPr/>
          <p:nvPr/>
        </p:nvCxnSpPr>
        <p:spPr>
          <a:xfrm xmlns:a="http://schemas.openxmlformats.org/drawingml/2006/main">
            <a:off x="762000" y="4000500"/>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49" name=""/>
          <p:cNvCxnSpPr/>
          <p:nvPr/>
        </p:nvCxnSpPr>
        <p:spPr>
          <a:xfrm xmlns:a="http://schemas.openxmlformats.org/drawingml/2006/main">
            <a:off x="762000" y="4505325"/>
            <a:ext cx="1104900" cy="953"/>
          </a:xfrm>
          <a:prstGeom xmlns:a="http://schemas.openxmlformats.org/drawingml/2006/main" prst="straightConnector1">
            <a:avLst/>
          </a:prstGeom>
          <a:ln xmlns:a="http://schemas.openxmlformats.org/drawingml/2006/main" w="19050">
            <a:solidFill>
              <a:srgbClr val="B8BCC4"/>
            </a:solidFill>
            <a:prstDash val="solid"/>
          </a:ln>
        </p:spPr>
      </p:cxnSp>
      <p:sp>
        <p:nvSpPr>
          <p:cNvPr id="10" name="text">
            <a:extLst xmlns:a="http://schemas.openxmlformats.org/drawingml/2006/main">
              <a:ext uri="{FF2B5EF4-FFF2-40B4-BE49-F238E27FC236}">
                <a16:creationId xmlns:a16="http://schemas.microsoft.com/office/drawing/2014/main" id="{2CE3A001-14DE-4782-94A9-82A4FA21B8B8}"/>
              </a:ext>
            </a:extLst>
          </p:cNvPr>
          <p:cNvSpPr>
            <a:spLocks xmlns:a="http://schemas.openxmlformats.org/drawingml/2006/main" noGrp="1"/>
          </p:cNvSpPr>
          <p:nvPr/>
        </p:nvSpPr>
        <p:spPr>
          <a:xfrm xmlns:a="http://schemas.openxmlformats.org/drawingml/2006/main">
            <a:off x="2105025" y="282892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59616D"/>
                </a:solidFill>
                <a:latin typeface="Helvetica Neue"/>
                <a:ea typeface="Helvetica Neue"/>
                <a:cs typeface="Helvetica Neue"/>
              </a:defRPr>
            </a:pPr>
            <a:r>
              <a:rPr sz="1275" b="1" i="0">
                <a:solidFill>
                  <a:srgbClr val="59616D"/>
                </a:solidFill>
                <a:latin typeface="Helvetica Neue"/>
                <a:ea typeface="Helvetica Neue"/>
                <a:cs typeface="Helvetica Neue"/>
              </a:rPr>
              <a:t>bit 1</a:t>
            </a:r>
          </a:p>
        </p:txBody>
      </p:sp>
      <p:cxnSp>
        <p:nvCxnSpPr>
          <p:cNvPr id="51" name=""/>
          <p:cNvCxnSpPr/>
          <p:nvPr/>
        </p:nvCxnSpPr>
        <p:spPr>
          <a:xfrm xmlns:a="http://schemas.openxmlformats.org/drawingml/2006/main">
            <a:off x="2181225" y="3495675"/>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52" name=""/>
          <p:cNvCxnSpPr/>
          <p:nvPr/>
        </p:nvCxnSpPr>
        <p:spPr>
          <a:xfrm xmlns:a="http://schemas.openxmlformats.org/drawingml/2006/main">
            <a:off x="2181225" y="4000500"/>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53" name=""/>
          <p:cNvCxnSpPr/>
          <p:nvPr/>
        </p:nvCxnSpPr>
        <p:spPr>
          <a:xfrm xmlns:a="http://schemas.openxmlformats.org/drawingml/2006/main">
            <a:off x="2181225" y="4505325"/>
            <a:ext cx="1104900" cy="953"/>
          </a:xfrm>
          <a:prstGeom xmlns:a="http://schemas.openxmlformats.org/drawingml/2006/main" prst="straightConnector1">
            <a:avLst/>
          </a:prstGeom>
          <a:ln xmlns:a="http://schemas.openxmlformats.org/drawingml/2006/main" w="19050">
            <a:solidFill>
              <a:srgbClr val="B8BCC4"/>
            </a:solidFill>
            <a:prstDash val="solid"/>
          </a:ln>
        </p:spPr>
      </p:cxnSp>
      <p:sp>
        <p:nvSpPr>
          <p:cNvPr id="14" name="text">
            <a:extLst xmlns:a="http://schemas.openxmlformats.org/drawingml/2006/main">
              <a:ext uri="{FF2B5EF4-FFF2-40B4-BE49-F238E27FC236}">
                <a16:creationId xmlns:a16="http://schemas.microsoft.com/office/drawing/2014/main" id="{3DCA1266-457B-4849-811B-67E263DFA1EF}"/>
              </a:ext>
            </a:extLst>
          </p:cNvPr>
          <p:cNvSpPr>
            <a:spLocks xmlns:a="http://schemas.openxmlformats.org/drawingml/2006/main" noGrp="1"/>
          </p:cNvSpPr>
          <p:nvPr/>
        </p:nvSpPr>
        <p:spPr>
          <a:xfrm xmlns:a="http://schemas.openxmlformats.org/drawingml/2006/main">
            <a:off x="3524250" y="282892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59616D"/>
                </a:solidFill>
                <a:latin typeface="Helvetica Neue"/>
                <a:ea typeface="Helvetica Neue"/>
                <a:cs typeface="Helvetica Neue"/>
              </a:defRPr>
            </a:pPr>
            <a:r>
              <a:rPr sz="1275" b="1" i="0">
                <a:solidFill>
                  <a:srgbClr val="59616D"/>
                </a:solidFill>
                <a:latin typeface="Helvetica Neue"/>
                <a:ea typeface="Helvetica Neue"/>
                <a:cs typeface="Helvetica Neue"/>
              </a:rPr>
              <a:t>bit 2</a:t>
            </a:r>
          </a:p>
        </p:txBody>
      </p:sp>
      <p:cxnSp>
        <p:nvCxnSpPr>
          <p:cNvPr id="55" name=""/>
          <p:cNvCxnSpPr/>
          <p:nvPr/>
        </p:nvCxnSpPr>
        <p:spPr>
          <a:xfrm xmlns:a="http://schemas.openxmlformats.org/drawingml/2006/main">
            <a:off x="3600450" y="3495675"/>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56" name=""/>
          <p:cNvCxnSpPr/>
          <p:nvPr/>
        </p:nvCxnSpPr>
        <p:spPr>
          <a:xfrm xmlns:a="http://schemas.openxmlformats.org/drawingml/2006/main">
            <a:off x="3600450" y="4000500"/>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57" name=""/>
          <p:cNvCxnSpPr/>
          <p:nvPr/>
        </p:nvCxnSpPr>
        <p:spPr>
          <a:xfrm xmlns:a="http://schemas.openxmlformats.org/drawingml/2006/main">
            <a:off x="3600450" y="4505325"/>
            <a:ext cx="1104900" cy="953"/>
          </a:xfrm>
          <a:prstGeom xmlns:a="http://schemas.openxmlformats.org/drawingml/2006/main" prst="straightConnector1">
            <a:avLst/>
          </a:prstGeom>
          <a:ln xmlns:a="http://schemas.openxmlformats.org/drawingml/2006/main" w="19050">
            <a:solidFill>
              <a:srgbClr val="B8BCC4"/>
            </a:solidFill>
            <a:prstDash val="solid"/>
          </a:ln>
        </p:spPr>
      </p:cxnSp>
      <p:sp>
        <p:nvSpPr>
          <p:cNvPr id="18" name="text">
            <a:extLst xmlns:a="http://schemas.openxmlformats.org/drawingml/2006/main">
              <a:ext uri="{FF2B5EF4-FFF2-40B4-BE49-F238E27FC236}">
                <a16:creationId xmlns:a16="http://schemas.microsoft.com/office/drawing/2014/main" id="{80B60B43-9465-471A-AF35-0590A63CE4A9}"/>
              </a:ext>
            </a:extLst>
          </p:cNvPr>
          <p:cNvSpPr>
            <a:spLocks xmlns:a="http://schemas.openxmlformats.org/drawingml/2006/main" noGrp="1"/>
          </p:cNvSpPr>
          <p:nvPr/>
        </p:nvSpPr>
        <p:spPr>
          <a:xfrm xmlns:a="http://schemas.openxmlformats.org/drawingml/2006/main">
            <a:off x="4943475" y="282892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59616D"/>
                </a:solidFill>
                <a:latin typeface="Helvetica Neue"/>
                <a:ea typeface="Helvetica Neue"/>
                <a:cs typeface="Helvetica Neue"/>
              </a:defRPr>
            </a:pPr>
            <a:r>
              <a:rPr sz="1275" b="1" i="0">
                <a:solidFill>
                  <a:srgbClr val="59616D"/>
                </a:solidFill>
                <a:latin typeface="Helvetica Neue"/>
                <a:ea typeface="Helvetica Neue"/>
                <a:cs typeface="Helvetica Neue"/>
              </a:rPr>
              <a:t>bit 3</a:t>
            </a:r>
          </a:p>
        </p:txBody>
      </p:sp>
      <p:cxnSp>
        <p:nvCxnSpPr>
          <p:cNvPr id="59" name=""/>
          <p:cNvCxnSpPr/>
          <p:nvPr/>
        </p:nvCxnSpPr>
        <p:spPr>
          <a:xfrm xmlns:a="http://schemas.openxmlformats.org/drawingml/2006/main">
            <a:off x="5019675" y="3495675"/>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60" name=""/>
          <p:cNvCxnSpPr/>
          <p:nvPr/>
        </p:nvCxnSpPr>
        <p:spPr>
          <a:xfrm xmlns:a="http://schemas.openxmlformats.org/drawingml/2006/main">
            <a:off x="5019675" y="4000500"/>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61" name=""/>
          <p:cNvCxnSpPr/>
          <p:nvPr/>
        </p:nvCxnSpPr>
        <p:spPr>
          <a:xfrm xmlns:a="http://schemas.openxmlformats.org/drawingml/2006/main">
            <a:off x="5019675" y="4505325"/>
            <a:ext cx="1104900" cy="953"/>
          </a:xfrm>
          <a:prstGeom xmlns:a="http://schemas.openxmlformats.org/drawingml/2006/main" prst="straightConnector1">
            <a:avLst/>
          </a:prstGeom>
          <a:ln xmlns:a="http://schemas.openxmlformats.org/drawingml/2006/main" w="19050">
            <a:solidFill>
              <a:srgbClr val="B8BCC4"/>
            </a:solidFill>
            <a:prstDash val="solid"/>
          </a:ln>
        </p:spPr>
      </p:cxnSp>
      <p:sp>
        <p:nvSpPr>
          <p:cNvPr id="22" name="text">
            <a:extLst xmlns:a="http://schemas.openxmlformats.org/drawingml/2006/main">
              <a:ext uri="{FF2B5EF4-FFF2-40B4-BE49-F238E27FC236}">
                <a16:creationId xmlns:a16="http://schemas.microsoft.com/office/drawing/2014/main" id="{2CAD263C-B339-4DFA-A72E-D2F0CB07AE5A}"/>
              </a:ext>
            </a:extLst>
          </p:cNvPr>
          <p:cNvSpPr>
            <a:spLocks xmlns:a="http://schemas.openxmlformats.org/drawingml/2006/main" noGrp="1"/>
          </p:cNvSpPr>
          <p:nvPr/>
        </p:nvSpPr>
        <p:spPr>
          <a:xfrm xmlns:a="http://schemas.openxmlformats.org/drawingml/2006/main">
            <a:off x="6362700" y="282892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59616D"/>
                </a:solidFill>
                <a:latin typeface="Helvetica Neue"/>
                <a:ea typeface="Helvetica Neue"/>
                <a:cs typeface="Helvetica Neue"/>
              </a:defRPr>
            </a:pPr>
            <a:r>
              <a:rPr sz="1275" b="1" i="0">
                <a:solidFill>
                  <a:srgbClr val="59616D"/>
                </a:solidFill>
                <a:latin typeface="Helvetica Neue"/>
                <a:ea typeface="Helvetica Neue"/>
                <a:cs typeface="Helvetica Neue"/>
              </a:rPr>
              <a:t>bit 4</a:t>
            </a:r>
          </a:p>
        </p:txBody>
      </p:sp>
      <p:cxnSp>
        <p:nvCxnSpPr>
          <p:cNvPr id="63" name=""/>
          <p:cNvCxnSpPr/>
          <p:nvPr/>
        </p:nvCxnSpPr>
        <p:spPr>
          <a:xfrm xmlns:a="http://schemas.openxmlformats.org/drawingml/2006/main">
            <a:off x="6438900" y="3495675"/>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64" name=""/>
          <p:cNvCxnSpPr/>
          <p:nvPr/>
        </p:nvCxnSpPr>
        <p:spPr>
          <a:xfrm xmlns:a="http://schemas.openxmlformats.org/drawingml/2006/main">
            <a:off x="6438900" y="4000500"/>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65" name=""/>
          <p:cNvCxnSpPr/>
          <p:nvPr/>
        </p:nvCxnSpPr>
        <p:spPr>
          <a:xfrm xmlns:a="http://schemas.openxmlformats.org/drawingml/2006/main">
            <a:off x="6438900" y="4505325"/>
            <a:ext cx="1104900" cy="953"/>
          </a:xfrm>
          <a:prstGeom xmlns:a="http://schemas.openxmlformats.org/drawingml/2006/main" prst="straightConnector1">
            <a:avLst/>
          </a:prstGeom>
          <a:ln xmlns:a="http://schemas.openxmlformats.org/drawingml/2006/main" w="19050">
            <a:solidFill>
              <a:srgbClr val="B8BCC4"/>
            </a:solidFill>
            <a:prstDash val="solid"/>
          </a:ln>
        </p:spPr>
      </p:cxnSp>
      <p:sp>
        <p:nvSpPr>
          <p:cNvPr id="26" name="text">
            <a:extLst xmlns:a="http://schemas.openxmlformats.org/drawingml/2006/main">
              <a:ext uri="{FF2B5EF4-FFF2-40B4-BE49-F238E27FC236}">
                <a16:creationId xmlns:a16="http://schemas.microsoft.com/office/drawing/2014/main" id="{1A83C84E-4C3F-4B3F-8438-AC258C93ADC7}"/>
              </a:ext>
            </a:extLst>
          </p:cNvPr>
          <p:cNvSpPr>
            <a:spLocks xmlns:a="http://schemas.openxmlformats.org/drawingml/2006/main" noGrp="1"/>
          </p:cNvSpPr>
          <p:nvPr/>
        </p:nvSpPr>
        <p:spPr>
          <a:xfrm xmlns:a="http://schemas.openxmlformats.org/drawingml/2006/main">
            <a:off x="7781925" y="282892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59616D"/>
                </a:solidFill>
                <a:latin typeface="Helvetica Neue"/>
                <a:ea typeface="Helvetica Neue"/>
                <a:cs typeface="Helvetica Neue"/>
              </a:defRPr>
            </a:pPr>
            <a:r>
              <a:rPr sz="1275" b="1" i="0">
                <a:solidFill>
                  <a:srgbClr val="59616D"/>
                </a:solidFill>
                <a:latin typeface="Helvetica Neue"/>
                <a:ea typeface="Helvetica Neue"/>
                <a:cs typeface="Helvetica Neue"/>
              </a:rPr>
              <a:t>bit 5</a:t>
            </a:r>
          </a:p>
        </p:txBody>
      </p:sp>
      <p:cxnSp>
        <p:nvCxnSpPr>
          <p:cNvPr id="67" name=""/>
          <p:cNvCxnSpPr/>
          <p:nvPr/>
        </p:nvCxnSpPr>
        <p:spPr>
          <a:xfrm xmlns:a="http://schemas.openxmlformats.org/drawingml/2006/main">
            <a:off x="7858125" y="3495675"/>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68" name=""/>
          <p:cNvCxnSpPr/>
          <p:nvPr/>
        </p:nvCxnSpPr>
        <p:spPr>
          <a:xfrm xmlns:a="http://schemas.openxmlformats.org/drawingml/2006/main">
            <a:off x="7858125" y="4000500"/>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69" name=""/>
          <p:cNvCxnSpPr/>
          <p:nvPr/>
        </p:nvCxnSpPr>
        <p:spPr>
          <a:xfrm xmlns:a="http://schemas.openxmlformats.org/drawingml/2006/main">
            <a:off x="7858125" y="4505325"/>
            <a:ext cx="1104900" cy="953"/>
          </a:xfrm>
          <a:prstGeom xmlns:a="http://schemas.openxmlformats.org/drawingml/2006/main" prst="straightConnector1">
            <a:avLst/>
          </a:prstGeom>
          <a:ln xmlns:a="http://schemas.openxmlformats.org/drawingml/2006/main" w="19050">
            <a:solidFill>
              <a:srgbClr val="B8BCC4"/>
            </a:solidFill>
            <a:prstDash val="solid"/>
          </a:ln>
        </p:spPr>
      </p:cxnSp>
      <p:sp>
        <p:nvSpPr>
          <p:cNvPr id="30" name="text">
            <a:extLst xmlns:a="http://schemas.openxmlformats.org/drawingml/2006/main">
              <a:ext uri="{FF2B5EF4-FFF2-40B4-BE49-F238E27FC236}">
                <a16:creationId xmlns:a16="http://schemas.microsoft.com/office/drawing/2014/main" id="{F87EACC2-218E-410F-82A9-1F9686FCB894}"/>
              </a:ext>
            </a:extLst>
          </p:cNvPr>
          <p:cNvSpPr>
            <a:spLocks xmlns:a="http://schemas.openxmlformats.org/drawingml/2006/main" noGrp="1"/>
          </p:cNvSpPr>
          <p:nvPr/>
        </p:nvSpPr>
        <p:spPr>
          <a:xfrm xmlns:a="http://schemas.openxmlformats.org/drawingml/2006/main">
            <a:off x="9201150" y="282892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59616D"/>
                </a:solidFill>
                <a:latin typeface="Helvetica Neue"/>
                <a:ea typeface="Helvetica Neue"/>
                <a:cs typeface="Helvetica Neue"/>
              </a:defRPr>
            </a:pPr>
            <a:r>
              <a:rPr sz="1275" b="1" i="0">
                <a:solidFill>
                  <a:srgbClr val="59616D"/>
                </a:solidFill>
                <a:latin typeface="Helvetica Neue"/>
                <a:ea typeface="Helvetica Neue"/>
                <a:cs typeface="Helvetica Neue"/>
              </a:rPr>
              <a:t>bit 6</a:t>
            </a:r>
          </a:p>
        </p:txBody>
      </p:sp>
      <p:cxnSp>
        <p:nvCxnSpPr>
          <p:cNvPr id="71" name=""/>
          <p:cNvCxnSpPr/>
          <p:nvPr/>
        </p:nvCxnSpPr>
        <p:spPr>
          <a:xfrm xmlns:a="http://schemas.openxmlformats.org/drawingml/2006/main">
            <a:off x="9277350" y="3495675"/>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72" name=""/>
          <p:cNvCxnSpPr/>
          <p:nvPr/>
        </p:nvCxnSpPr>
        <p:spPr>
          <a:xfrm xmlns:a="http://schemas.openxmlformats.org/drawingml/2006/main">
            <a:off x="9277350" y="4000500"/>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73" name=""/>
          <p:cNvCxnSpPr/>
          <p:nvPr/>
        </p:nvCxnSpPr>
        <p:spPr>
          <a:xfrm xmlns:a="http://schemas.openxmlformats.org/drawingml/2006/main">
            <a:off x="9277350" y="4505325"/>
            <a:ext cx="1104900" cy="953"/>
          </a:xfrm>
          <a:prstGeom xmlns:a="http://schemas.openxmlformats.org/drawingml/2006/main" prst="straightConnector1">
            <a:avLst/>
          </a:prstGeom>
          <a:ln xmlns:a="http://schemas.openxmlformats.org/drawingml/2006/main" w="19050">
            <a:solidFill>
              <a:srgbClr val="B8BCC4"/>
            </a:solidFill>
            <a:prstDash val="solid"/>
          </a:ln>
        </p:spPr>
      </p:cxnSp>
      <p:sp>
        <p:nvSpPr>
          <p:cNvPr id="34" name="text">
            <a:extLst xmlns:a="http://schemas.openxmlformats.org/drawingml/2006/main">
              <a:ext uri="{FF2B5EF4-FFF2-40B4-BE49-F238E27FC236}">
                <a16:creationId xmlns:a16="http://schemas.microsoft.com/office/drawing/2014/main" id="{CF50546E-596D-4313-891C-B29A525A9B02}"/>
              </a:ext>
            </a:extLst>
          </p:cNvPr>
          <p:cNvSpPr>
            <a:spLocks xmlns:a="http://schemas.openxmlformats.org/drawingml/2006/main" noGrp="1"/>
          </p:cNvSpPr>
          <p:nvPr/>
        </p:nvSpPr>
        <p:spPr>
          <a:xfrm xmlns:a="http://schemas.openxmlformats.org/drawingml/2006/main">
            <a:off x="10620375" y="2828925"/>
            <a:ext cx="1257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59616D"/>
                </a:solidFill>
                <a:latin typeface="Helvetica Neue"/>
                <a:ea typeface="Helvetica Neue"/>
                <a:cs typeface="Helvetica Neue"/>
              </a:defRPr>
            </a:pPr>
            <a:r>
              <a:rPr sz="1275" b="1" i="0">
                <a:solidFill>
                  <a:srgbClr val="59616D"/>
                </a:solidFill>
                <a:latin typeface="Helvetica Neue"/>
                <a:ea typeface="Helvetica Neue"/>
                <a:cs typeface="Helvetica Neue"/>
              </a:rPr>
              <a:t>bit 7</a:t>
            </a:r>
          </a:p>
        </p:txBody>
      </p:sp>
      <p:cxnSp>
        <p:nvCxnSpPr>
          <p:cNvPr id="75" name=""/>
          <p:cNvCxnSpPr/>
          <p:nvPr/>
        </p:nvCxnSpPr>
        <p:spPr>
          <a:xfrm xmlns:a="http://schemas.openxmlformats.org/drawingml/2006/main">
            <a:off x="10696575" y="3495675"/>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76" name=""/>
          <p:cNvCxnSpPr/>
          <p:nvPr/>
        </p:nvCxnSpPr>
        <p:spPr>
          <a:xfrm xmlns:a="http://schemas.openxmlformats.org/drawingml/2006/main">
            <a:off x="10696575" y="4000500"/>
            <a:ext cx="1104900" cy="953"/>
          </a:xfrm>
          <a:prstGeom xmlns:a="http://schemas.openxmlformats.org/drawingml/2006/main" prst="straightConnector1">
            <a:avLst/>
          </a:prstGeom>
          <a:ln xmlns:a="http://schemas.openxmlformats.org/drawingml/2006/main" w="19050">
            <a:solidFill>
              <a:srgbClr val="B8BCC4"/>
            </a:solidFill>
            <a:prstDash val="solid"/>
          </a:ln>
        </p:spPr>
      </p:cxnSp>
      <p:cxnSp>
        <p:nvCxnSpPr>
          <p:cNvPr id="77" name=""/>
          <p:cNvCxnSpPr/>
          <p:nvPr/>
        </p:nvCxnSpPr>
        <p:spPr>
          <a:xfrm xmlns:a="http://schemas.openxmlformats.org/drawingml/2006/main">
            <a:off x="10696575" y="4505325"/>
            <a:ext cx="1104900" cy="953"/>
          </a:xfrm>
          <a:prstGeom xmlns:a="http://schemas.openxmlformats.org/drawingml/2006/main" prst="straightConnector1">
            <a:avLst/>
          </a:prstGeom>
          <a:ln xmlns:a="http://schemas.openxmlformats.org/drawingml/2006/main" w="19050">
            <a:solidFill>
              <a:srgbClr val="B8BCC4"/>
            </a:solidFill>
            <a:prstDash val="solid"/>
          </a:ln>
        </p:spPr>
      </p:cxnSp>
      <p:sp>
        <p:nvSpPr>
          <p:cNvPr id="38" name="text">
            <a:extLst xmlns:a="http://schemas.openxmlformats.org/drawingml/2006/main">
              <a:ext uri="{FF2B5EF4-FFF2-40B4-BE49-F238E27FC236}">
                <a16:creationId xmlns:a16="http://schemas.microsoft.com/office/drawing/2014/main" id="{41924B37-4958-420A-9136-155B5C5FCD36}"/>
              </a:ext>
            </a:extLst>
          </p:cNvPr>
          <p:cNvSpPr>
            <a:spLocks xmlns:a="http://schemas.openxmlformats.org/drawingml/2006/main" noGrp="1"/>
          </p:cNvSpPr>
          <p:nvPr/>
        </p:nvSpPr>
        <p:spPr>
          <a:xfrm xmlns:a="http://schemas.openxmlformats.org/drawingml/2006/main">
            <a:off x="3095625" y="5248275"/>
            <a:ext cx="600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FF625E"/>
                </a:solidFill>
                <a:latin typeface="Helvetica Neue"/>
                <a:ea typeface="Helvetica Neue"/>
                <a:cs typeface="Helvetica Neue"/>
              </a:defRPr>
            </a:pPr>
            <a:r>
              <a:rPr sz="2550" b="1" i="0">
                <a:solidFill>
                  <a:srgbClr val="FF625E"/>
                </a:solidFill>
                <a:latin typeface="Helvetica Neue"/>
                <a:ea typeface="Helvetica Neue"/>
                <a:cs typeface="Helvetica Neue"/>
              </a:rPr>
              <a:t>Rule: no two columns may match.</a:t>
            </a:r>
          </a:p>
        </p:txBody>
      </p:sp>
      <p:sp>
        <p:nvSpPr>
          <p:cNvPr id="39" name="prompt-badge">
            <a:extLst xmlns:a="http://schemas.openxmlformats.org/drawingml/2006/main">
              <a:ext uri="{FF2B5EF4-FFF2-40B4-BE49-F238E27FC236}">
                <a16:creationId xmlns:a16="http://schemas.microsoft.com/office/drawing/2014/main" id="{714F12BC-191B-4B7F-B099-402CCB15B404}"/>
              </a:ext>
            </a:extLst>
          </p:cNvPr>
          <p:cNvSpPr>
            <a:spLocks xmlns:a="http://schemas.openxmlformats.org/drawingml/2006/main" noGrp="1"/>
          </p:cNvSpPr>
          <p:nvPr/>
        </p:nvSpPr>
        <p:spPr>
          <a:xfrm xmlns:a="http://schemas.openxmlformats.org/drawingml/2006/main">
            <a:off x="3524250" y="5915025"/>
            <a:ext cx="5143500" cy="533400"/>
          </a:xfrm>
          <a:prstGeom xmlns:a="http://schemas.openxmlformats.org/drawingml/2006/main" prst="roundRect">
            <a:avLst>
              <a:gd name="adj" fmla="val 21429"/>
            </a:avLst>
          </a:prstGeom>
          <a:solidFill xmlns:a="http://schemas.openxmlformats.org/drawingml/2006/main">
            <a:srgbClr val="3D8DFF"/>
          </a:solidFill>
          <a:ln xmlns:a="http://schemas.openxmlformats.org/drawingml/2006/main" w="9525">
            <a:solidFill>
              <a:srgbClr val="3D8DFF"/>
            </a:solidFill>
            <a:prstDash val="solid"/>
          </a:ln>
        </p:spPr>
      </p:sp>
      <p:sp>
        <p:nvSpPr>
          <p:cNvPr id="40" name="prompt-badge-text">
            <a:extLst xmlns:a="http://schemas.openxmlformats.org/drawingml/2006/main">
              <a:ext uri="{FF2B5EF4-FFF2-40B4-BE49-F238E27FC236}">
                <a16:creationId xmlns:a16="http://schemas.microsoft.com/office/drawing/2014/main" id="{E92177E4-400C-4424-AC3A-FB9D4FE8C77C}"/>
              </a:ext>
            </a:extLst>
          </p:cNvPr>
          <p:cNvSpPr>
            <a:spLocks xmlns:a="http://schemas.openxmlformats.org/drawingml/2006/main" noGrp="1"/>
          </p:cNvSpPr>
          <p:nvPr/>
        </p:nvSpPr>
        <p:spPr>
          <a:xfrm xmlns:a="http://schemas.openxmlformats.org/drawingml/2006/main">
            <a:off x="3676650" y="6029325"/>
            <a:ext cx="4838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FFFFFF"/>
                </a:solidFill>
                <a:latin typeface="Helvetica Neue"/>
                <a:ea typeface="Helvetica Neue"/>
                <a:cs typeface="Helvetica Neue"/>
              </a:defRPr>
            </a:pPr>
            <a:r>
              <a:rPr sz="1575" b="1" i="0">
                <a:solidFill>
                  <a:srgbClr val="FFFFFF"/>
                </a:solidFill>
                <a:latin typeface="Helvetica Neue"/>
                <a:ea typeface="Helvetica Neue"/>
                <a:cs typeface="Helvetica Neue"/>
              </a:rPr>
              <a:t>PAIRS • 3 MINUTES • MANY DESIGNS WORK</a:t>
            </a:r>
          </a:p>
        </p:txBody>
      </p:sp>
    </p:spTree>
    <p:extLst>
      <p:ext uri="{BB962C8B-B14F-4D97-AF65-F5344CB8AC3E}">
        <p14:creationId xmlns:p14="http://schemas.microsoft.com/office/powerpoint/2010/main" val="1259878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section-7">
            <a:extLst xmlns:a="http://schemas.openxmlformats.org/drawingml/2006/main">
              <a:ext uri="{FF2B5EF4-FFF2-40B4-BE49-F238E27FC236}">
                <a16:creationId xmlns:a16="http://schemas.microsoft.com/office/drawing/2014/main" id="{2B0FA618-4E90-445C-9F2B-CF9516BBC350}"/>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A NATURAL NAMING SYSTEM</a:t>
            </a:r>
          </a:p>
        </p:txBody>
      </p:sp>
      <p:sp>
        <p:nvSpPr>
          <p:cNvPr id="2" name="title-7">
            <a:extLst xmlns:a="http://schemas.openxmlformats.org/drawingml/2006/main">
              <a:ext uri="{FF2B5EF4-FFF2-40B4-BE49-F238E27FC236}">
                <a16:creationId xmlns:a16="http://schemas.microsoft.com/office/drawing/2014/main" id="{2268EB10-ECC6-4499-8A1B-148305DE71EF}"/>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Binary gives every state a three-answer name</a:t>
            </a:r>
          </a:p>
        </p:txBody>
      </p:sp>
      <p:cxnSp>
        <p:nvCxnSpPr>
          <p:cNvPr id="34"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7">
            <a:extLst xmlns:a="http://schemas.openxmlformats.org/drawingml/2006/main">
              <a:ext uri="{FF2B5EF4-FFF2-40B4-BE49-F238E27FC236}">
                <a16:creationId xmlns:a16="http://schemas.microsoft.com/office/drawing/2014/main" id="{6BAA4E38-0133-4F9D-8C04-63505928742B}"/>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07</a:t>
            </a:r>
          </a:p>
        </p:txBody>
      </p:sp>
      <p:sp>
        <p:nvSpPr>
          <p:cNvPr id="5" name="text">
            <a:extLst xmlns:a="http://schemas.openxmlformats.org/drawingml/2006/main">
              <a:ext uri="{FF2B5EF4-FFF2-40B4-BE49-F238E27FC236}">
                <a16:creationId xmlns:a16="http://schemas.microsoft.com/office/drawing/2014/main" id="{0BF32F35-4F3A-4C35-AC0F-92F17E4FBDEA}"/>
              </a:ext>
            </a:extLst>
          </p:cNvPr>
          <p:cNvSpPr>
            <a:spLocks xmlns:a="http://schemas.openxmlformats.org/drawingml/2006/main" noGrp="1"/>
          </p:cNvSpPr>
          <p:nvPr/>
        </p:nvSpPr>
        <p:spPr>
          <a:xfrm xmlns:a="http://schemas.openxmlformats.org/drawingml/2006/main">
            <a:off x="590550" y="21717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9616D"/>
                </a:solidFill>
                <a:latin typeface="Helvetica Neue"/>
                <a:ea typeface="Helvetica Neue"/>
                <a:cs typeface="Helvetica Neue"/>
              </a:defRPr>
            </a:pPr>
            <a:r>
              <a:rPr sz="1500" b="1" i="0">
                <a:solidFill>
                  <a:srgbClr val="59616D"/>
                </a:solidFill>
                <a:latin typeface="Helvetica Neue"/>
                <a:ea typeface="Helvetica Neue"/>
                <a:cs typeface="Helvetica Neue"/>
              </a:rPr>
              <a:t>0</a:t>
            </a:r>
          </a:p>
        </p:txBody>
      </p:sp>
      <p:sp>
        <p:nvSpPr>
          <p:cNvPr id="6" name="box">
            <a:extLst xmlns:a="http://schemas.openxmlformats.org/drawingml/2006/main">
              <a:ext uri="{FF2B5EF4-FFF2-40B4-BE49-F238E27FC236}">
                <a16:creationId xmlns:a16="http://schemas.microsoft.com/office/drawing/2014/main" id="{21602555-6578-4DDD-A3C0-4076F7F1FE24}"/>
              </a:ext>
            </a:extLst>
          </p:cNvPr>
          <p:cNvSpPr>
            <a:spLocks xmlns:a="http://schemas.openxmlformats.org/drawingml/2006/main" noGrp="1"/>
          </p:cNvSpPr>
          <p:nvPr/>
        </p:nvSpPr>
        <p:spPr>
          <a:xfrm xmlns:a="http://schemas.openxmlformats.org/drawingml/2006/main">
            <a:off x="590550" y="2590800"/>
            <a:ext cx="1219200" cy="1000125"/>
          </a:xfrm>
          <a:prstGeom xmlns:a="http://schemas.openxmlformats.org/drawingml/2006/main" prst="roundRect">
            <a:avLst>
              <a:gd name="adj" fmla="val 11429"/>
            </a:avLst>
          </a:prstGeom>
          <a:solidFill xmlns:a="http://schemas.openxmlformats.org/drawingml/2006/main">
            <a:srgbClr val="F6F7F8"/>
          </a:solidFill>
          <a:ln xmlns:a="http://schemas.openxmlformats.org/drawingml/2006/main" w="9525">
            <a:solidFill>
              <a:srgbClr val="B8BCC4"/>
            </a:solidFill>
            <a:prstDash val="solid"/>
          </a:ln>
        </p:spPr>
      </p:sp>
      <p:sp>
        <p:nvSpPr>
          <p:cNvPr id="7" name="text">
            <a:extLst xmlns:a="http://schemas.openxmlformats.org/drawingml/2006/main">
              <a:ext uri="{FF2B5EF4-FFF2-40B4-BE49-F238E27FC236}">
                <a16:creationId xmlns:a16="http://schemas.microsoft.com/office/drawing/2014/main" id="{71D6033F-2349-44A8-A5DD-204C13104427}"/>
              </a:ext>
            </a:extLst>
          </p:cNvPr>
          <p:cNvSpPr>
            <a:spLocks xmlns:a="http://schemas.openxmlformats.org/drawingml/2006/main" noGrp="1"/>
          </p:cNvSpPr>
          <p:nvPr/>
        </p:nvSpPr>
        <p:spPr>
          <a:xfrm xmlns:a="http://schemas.openxmlformats.org/drawingml/2006/main">
            <a:off x="590550" y="2828925"/>
            <a:ext cx="1219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i="0">
                <a:solidFill>
                  <a:srgbClr val="000000"/>
                </a:solidFill>
                <a:latin typeface="Helvetica Neue"/>
                <a:ea typeface="Helvetica Neue"/>
                <a:cs typeface="Helvetica Neue"/>
              </a:defRPr>
            </a:pPr>
            <a:r>
              <a:rPr sz="2325" b="1" i="0">
                <a:solidFill>
                  <a:srgbClr val="000000"/>
                </a:solidFill>
                <a:latin typeface="Helvetica Neue"/>
                <a:ea typeface="Helvetica Neue"/>
                <a:cs typeface="Helvetica Neue"/>
              </a:rPr>
              <a:t>000</a:t>
            </a:r>
          </a:p>
        </p:txBody>
      </p:sp>
      <p:sp>
        <p:nvSpPr>
          <p:cNvPr id="8" name="text">
            <a:extLst xmlns:a="http://schemas.openxmlformats.org/drawingml/2006/main">
              <a:ext uri="{FF2B5EF4-FFF2-40B4-BE49-F238E27FC236}">
                <a16:creationId xmlns:a16="http://schemas.microsoft.com/office/drawing/2014/main" id="{37F17DC7-F83C-40E6-9898-8752742C3553}"/>
              </a:ext>
            </a:extLst>
          </p:cNvPr>
          <p:cNvSpPr>
            <a:spLocks xmlns:a="http://schemas.openxmlformats.org/drawingml/2006/main" noGrp="1"/>
          </p:cNvSpPr>
          <p:nvPr/>
        </p:nvSpPr>
        <p:spPr>
          <a:xfrm xmlns:a="http://schemas.openxmlformats.org/drawingml/2006/main">
            <a:off x="1981200" y="21717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9616D"/>
                </a:solidFill>
                <a:latin typeface="Helvetica Neue"/>
                <a:ea typeface="Helvetica Neue"/>
                <a:cs typeface="Helvetica Neue"/>
              </a:defRPr>
            </a:pPr>
            <a:r>
              <a:rPr sz="1500" b="1" i="0">
                <a:solidFill>
                  <a:srgbClr val="59616D"/>
                </a:solidFill>
                <a:latin typeface="Helvetica Neue"/>
                <a:ea typeface="Helvetica Neue"/>
                <a:cs typeface="Helvetica Neue"/>
              </a:rPr>
              <a:t>1</a:t>
            </a:r>
          </a:p>
        </p:txBody>
      </p:sp>
      <p:sp>
        <p:nvSpPr>
          <p:cNvPr id="9" name="box">
            <a:extLst xmlns:a="http://schemas.openxmlformats.org/drawingml/2006/main">
              <a:ext uri="{FF2B5EF4-FFF2-40B4-BE49-F238E27FC236}">
                <a16:creationId xmlns:a16="http://schemas.microsoft.com/office/drawing/2014/main" id="{8816899A-1054-4ED2-A55E-9A8CBD8A6439}"/>
              </a:ext>
            </a:extLst>
          </p:cNvPr>
          <p:cNvSpPr>
            <a:spLocks xmlns:a="http://schemas.openxmlformats.org/drawingml/2006/main" noGrp="1"/>
          </p:cNvSpPr>
          <p:nvPr/>
        </p:nvSpPr>
        <p:spPr>
          <a:xfrm xmlns:a="http://schemas.openxmlformats.org/drawingml/2006/main">
            <a:off x="1981200" y="2590800"/>
            <a:ext cx="121920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B8BCC4"/>
            </a:solidFill>
            <a:prstDash val="solid"/>
          </a:ln>
        </p:spPr>
      </p:sp>
      <p:sp>
        <p:nvSpPr>
          <p:cNvPr id="10" name="text">
            <a:extLst xmlns:a="http://schemas.openxmlformats.org/drawingml/2006/main">
              <a:ext uri="{FF2B5EF4-FFF2-40B4-BE49-F238E27FC236}">
                <a16:creationId xmlns:a16="http://schemas.microsoft.com/office/drawing/2014/main" id="{7395AA94-FB98-482D-A577-EE52D8BCC5A7}"/>
              </a:ext>
            </a:extLst>
          </p:cNvPr>
          <p:cNvSpPr>
            <a:spLocks xmlns:a="http://schemas.openxmlformats.org/drawingml/2006/main" noGrp="1"/>
          </p:cNvSpPr>
          <p:nvPr/>
        </p:nvSpPr>
        <p:spPr>
          <a:xfrm xmlns:a="http://schemas.openxmlformats.org/drawingml/2006/main">
            <a:off x="1981200" y="2828925"/>
            <a:ext cx="1219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i="0">
                <a:solidFill>
                  <a:srgbClr val="000000"/>
                </a:solidFill>
                <a:latin typeface="Helvetica Neue"/>
                <a:ea typeface="Helvetica Neue"/>
                <a:cs typeface="Helvetica Neue"/>
              </a:defRPr>
            </a:pPr>
            <a:r>
              <a:rPr sz="2325" b="1" i="0">
                <a:solidFill>
                  <a:srgbClr val="000000"/>
                </a:solidFill>
                <a:latin typeface="Helvetica Neue"/>
                <a:ea typeface="Helvetica Neue"/>
                <a:cs typeface="Helvetica Neue"/>
              </a:rPr>
              <a:t>001</a:t>
            </a:r>
          </a:p>
        </p:txBody>
      </p:sp>
      <p:sp>
        <p:nvSpPr>
          <p:cNvPr id="11" name="text">
            <a:extLst xmlns:a="http://schemas.openxmlformats.org/drawingml/2006/main">
              <a:ext uri="{FF2B5EF4-FFF2-40B4-BE49-F238E27FC236}">
                <a16:creationId xmlns:a16="http://schemas.microsoft.com/office/drawing/2014/main" id="{6C9BEF28-A576-44A1-8667-EFDA3ABFB813}"/>
              </a:ext>
            </a:extLst>
          </p:cNvPr>
          <p:cNvSpPr>
            <a:spLocks xmlns:a="http://schemas.openxmlformats.org/drawingml/2006/main" noGrp="1"/>
          </p:cNvSpPr>
          <p:nvPr/>
        </p:nvSpPr>
        <p:spPr>
          <a:xfrm xmlns:a="http://schemas.openxmlformats.org/drawingml/2006/main">
            <a:off x="3371850" y="21717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9616D"/>
                </a:solidFill>
                <a:latin typeface="Helvetica Neue"/>
                <a:ea typeface="Helvetica Neue"/>
                <a:cs typeface="Helvetica Neue"/>
              </a:defRPr>
            </a:pPr>
            <a:r>
              <a:rPr sz="1500" b="1" i="0">
                <a:solidFill>
                  <a:srgbClr val="59616D"/>
                </a:solidFill>
                <a:latin typeface="Helvetica Neue"/>
                <a:ea typeface="Helvetica Neue"/>
                <a:cs typeface="Helvetica Neue"/>
              </a:rPr>
              <a:t>2</a:t>
            </a:r>
          </a:p>
        </p:txBody>
      </p:sp>
      <p:sp>
        <p:nvSpPr>
          <p:cNvPr id="12" name="box">
            <a:extLst xmlns:a="http://schemas.openxmlformats.org/drawingml/2006/main">
              <a:ext uri="{FF2B5EF4-FFF2-40B4-BE49-F238E27FC236}">
                <a16:creationId xmlns:a16="http://schemas.microsoft.com/office/drawing/2014/main" id="{F8D25DC3-62AB-4A11-85D6-540BFE243B08}"/>
              </a:ext>
            </a:extLst>
          </p:cNvPr>
          <p:cNvSpPr>
            <a:spLocks xmlns:a="http://schemas.openxmlformats.org/drawingml/2006/main" noGrp="1"/>
          </p:cNvSpPr>
          <p:nvPr/>
        </p:nvSpPr>
        <p:spPr>
          <a:xfrm xmlns:a="http://schemas.openxmlformats.org/drawingml/2006/main">
            <a:off x="3371850" y="2590800"/>
            <a:ext cx="121920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B8BCC4"/>
            </a:solidFill>
            <a:prstDash val="solid"/>
          </a:ln>
        </p:spPr>
      </p:sp>
      <p:sp>
        <p:nvSpPr>
          <p:cNvPr id="13" name="text">
            <a:extLst xmlns:a="http://schemas.openxmlformats.org/drawingml/2006/main">
              <a:ext uri="{FF2B5EF4-FFF2-40B4-BE49-F238E27FC236}">
                <a16:creationId xmlns:a16="http://schemas.microsoft.com/office/drawing/2014/main" id="{D1240D1E-1C50-4DF3-8402-B7DB141295BD}"/>
              </a:ext>
            </a:extLst>
          </p:cNvPr>
          <p:cNvSpPr>
            <a:spLocks xmlns:a="http://schemas.openxmlformats.org/drawingml/2006/main" noGrp="1"/>
          </p:cNvSpPr>
          <p:nvPr/>
        </p:nvSpPr>
        <p:spPr>
          <a:xfrm xmlns:a="http://schemas.openxmlformats.org/drawingml/2006/main">
            <a:off x="3371850" y="2828925"/>
            <a:ext cx="1219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i="0">
                <a:solidFill>
                  <a:srgbClr val="000000"/>
                </a:solidFill>
                <a:latin typeface="Helvetica Neue"/>
                <a:ea typeface="Helvetica Neue"/>
                <a:cs typeface="Helvetica Neue"/>
              </a:defRPr>
            </a:pPr>
            <a:r>
              <a:rPr sz="2325" b="1" i="0">
                <a:solidFill>
                  <a:srgbClr val="000000"/>
                </a:solidFill>
                <a:latin typeface="Helvetica Neue"/>
                <a:ea typeface="Helvetica Neue"/>
                <a:cs typeface="Helvetica Neue"/>
              </a:rPr>
              <a:t>010</a:t>
            </a:r>
          </a:p>
        </p:txBody>
      </p:sp>
      <p:sp>
        <p:nvSpPr>
          <p:cNvPr id="14" name="text">
            <a:extLst xmlns:a="http://schemas.openxmlformats.org/drawingml/2006/main">
              <a:ext uri="{FF2B5EF4-FFF2-40B4-BE49-F238E27FC236}">
                <a16:creationId xmlns:a16="http://schemas.microsoft.com/office/drawing/2014/main" id="{373AF9FB-A468-4806-A425-35636B5A2E58}"/>
              </a:ext>
            </a:extLst>
          </p:cNvPr>
          <p:cNvSpPr>
            <a:spLocks xmlns:a="http://schemas.openxmlformats.org/drawingml/2006/main" noGrp="1"/>
          </p:cNvSpPr>
          <p:nvPr/>
        </p:nvSpPr>
        <p:spPr>
          <a:xfrm xmlns:a="http://schemas.openxmlformats.org/drawingml/2006/main">
            <a:off x="4762500" y="21717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9616D"/>
                </a:solidFill>
                <a:latin typeface="Helvetica Neue"/>
                <a:ea typeface="Helvetica Neue"/>
                <a:cs typeface="Helvetica Neue"/>
              </a:defRPr>
            </a:pPr>
            <a:r>
              <a:rPr sz="1500" b="1" i="0">
                <a:solidFill>
                  <a:srgbClr val="59616D"/>
                </a:solidFill>
                <a:latin typeface="Helvetica Neue"/>
                <a:ea typeface="Helvetica Neue"/>
                <a:cs typeface="Helvetica Neue"/>
              </a:rPr>
              <a:t>3</a:t>
            </a:r>
          </a:p>
        </p:txBody>
      </p:sp>
      <p:sp>
        <p:nvSpPr>
          <p:cNvPr id="15" name="box">
            <a:extLst xmlns:a="http://schemas.openxmlformats.org/drawingml/2006/main">
              <a:ext uri="{FF2B5EF4-FFF2-40B4-BE49-F238E27FC236}">
                <a16:creationId xmlns:a16="http://schemas.microsoft.com/office/drawing/2014/main" id="{4BF463A6-487B-4AF7-92A2-BE2448E5C250}"/>
              </a:ext>
            </a:extLst>
          </p:cNvPr>
          <p:cNvSpPr>
            <a:spLocks xmlns:a="http://schemas.openxmlformats.org/drawingml/2006/main" noGrp="1"/>
          </p:cNvSpPr>
          <p:nvPr/>
        </p:nvSpPr>
        <p:spPr>
          <a:xfrm xmlns:a="http://schemas.openxmlformats.org/drawingml/2006/main">
            <a:off x="4762500" y="2590800"/>
            <a:ext cx="121920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B8BCC4"/>
            </a:solidFill>
            <a:prstDash val="solid"/>
          </a:ln>
        </p:spPr>
      </p:sp>
      <p:sp>
        <p:nvSpPr>
          <p:cNvPr id="16" name="text">
            <a:extLst xmlns:a="http://schemas.openxmlformats.org/drawingml/2006/main">
              <a:ext uri="{FF2B5EF4-FFF2-40B4-BE49-F238E27FC236}">
                <a16:creationId xmlns:a16="http://schemas.microsoft.com/office/drawing/2014/main" id="{6107F337-599D-4A3C-A5ED-194EB7DB227F}"/>
              </a:ext>
            </a:extLst>
          </p:cNvPr>
          <p:cNvSpPr>
            <a:spLocks xmlns:a="http://schemas.openxmlformats.org/drawingml/2006/main" noGrp="1"/>
          </p:cNvSpPr>
          <p:nvPr/>
        </p:nvSpPr>
        <p:spPr>
          <a:xfrm xmlns:a="http://schemas.openxmlformats.org/drawingml/2006/main">
            <a:off x="4762500" y="2828925"/>
            <a:ext cx="1219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i="0">
                <a:solidFill>
                  <a:srgbClr val="000000"/>
                </a:solidFill>
                <a:latin typeface="Helvetica Neue"/>
                <a:ea typeface="Helvetica Neue"/>
                <a:cs typeface="Helvetica Neue"/>
              </a:defRPr>
            </a:pPr>
            <a:r>
              <a:rPr sz="2325" b="1" i="0">
                <a:solidFill>
                  <a:srgbClr val="000000"/>
                </a:solidFill>
                <a:latin typeface="Helvetica Neue"/>
                <a:ea typeface="Helvetica Neue"/>
                <a:cs typeface="Helvetica Neue"/>
              </a:rPr>
              <a:t>011</a:t>
            </a:r>
          </a:p>
        </p:txBody>
      </p:sp>
      <p:sp>
        <p:nvSpPr>
          <p:cNvPr id="17" name="text">
            <a:extLst xmlns:a="http://schemas.openxmlformats.org/drawingml/2006/main">
              <a:ext uri="{FF2B5EF4-FFF2-40B4-BE49-F238E27FC236}">
                <a16:creationId xmlns:a16="http://schemas.microsoft.com/office/drawing/2014/main" id="{343492AC-5506-413D-BDE1-8F731C04F388}"/>
              </a:ext>
            </a:extLst>
          </p:cNvPr>
          <p:cNvSpPr>
            <a:spLocks xmlns:a="http://schemas.openxmlformats.org/drawingml/2006/main" noGrp="1"/>
          </p:cNvSpPr>
          <p:nvPr/>
        </p:nvSpPr>
        <p:spPr>
          <a:xfrm xmlns:a="http://schemas.openxmlformats.org/drawingml/2006/main">
            <a:off x="6153150" y="21717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9616D"/>
                </a:solidFill>
                <a:latin typeface="Helvetica Neue"/>
                <a:ea typeface="Helvetica Neue"/>
                <a:cs typeface="Helvetica Neue"/>
              </a:defRPr>
            </a:pPr>
            <a:r>
              <a:rPr sz="1500" b="1" i="0">
                <a:solidFill>
                  <a:srgbClr val="59616D"/>
                </a:solidFill>
                <a:latin typeface="Helvetica Neue"/>
                <a:ea typeface="Helvetica Neue"/>
                <a:cs typeface="Helvetica Neue"/>
              </a:rPr>
              <a:t>4</a:t>
            </a:r>
          </a:p>
        </p:txBody>
      </p:sp>
      <p:sp>
        <p:nvSpPr>
          <p:cNvPr id="18" name="box">
            <a:extLst xmlns:a="http://schemas.openxmlformats.org/drawingml/2006/main">
              <a:ext uri="{FF2B5EF4-FFF2-40B4-BE49-F238E27FC236}">
                <a16:creationId xmlns:a16="http://schemas.microsoft.com/office/drawing/2014/main" id="{941CFE5D-1B49-4339-BDB2-DF64A8B0AC76}"/>
              </a:ext>
            </a:extLst>
          </p:cNvPr>
          <p:cNvSpPr>
            <a:spLocks xmlns:a="http://schemas.openxmlformats.org/drawingml/2006/main" noGrp="1"/>
          </p:cNvSpPr>
          <p:nvPr/>
        </p:nvSpPr>
        <p:spPr>
          <a:xfrm xmlns:a="http://schemas.openxmlformats.org/drawingml/2006/main">
            <a:off x="6153150" y="2590800"/>
            <a:ext cx="121920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B8BCC4"/>
            </a:solidFill>
            <a:prstDash val="solid"/>
          </a:ln>
        </p:spPr>
      </p:sp>
      <p:sp>
        <p:nvSpPr>
          <p:cNvPr id="19" name="text">
            <a:extLst xmlns:a="http://schemas.openxmlformats.org/drawingml/2006/main">
              <a:ext uri="{FF2B5EF4-FFF2-40B4-BE49-F238E27FC236}">
                <a16:creationId xmlns:a16="http://schemas.microsoft.com/office/drawing/2014/main" id="{C77EC3E4-0A5D-4962-B55E-9FA17AF58546}"/>
              </a:ext>
            </a:extLst>
          </p:cNvPr>
          <p:cNvSpPr>
            <a:spLocks xmlns:a="http://schemas.openxmlformats.org/drawingml/2006/main" noGrp="1"/>
          </p:cNvSpPr>
          <p:nvPr/>
        </p:nvSpPr>
        <p:spPr>
          <a:xfrm xmlns:a="http://schemas.openxmlformats.org/drawingml/2006/main">
            <a:off x="6153150" y="2828925"/>
            <a:ext cx="1219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i="0">
                <a:solidFill>
                  <a:srgbClr val="000000"/>
                </a:solidFill>
                <a:latin typeface="Helvetica Neue"/>
                <a:ea typeface="Helvetica Neue"/>
                <a:cs typeface="Helvetica Neue"/>
              </a:defRPr>
            </a:pPr>
            <a:r>
              <a:rPr sz="2325" b="1" i="0">
                <a:solidFill>
                  <a:srgbClr val="000000"/>
                </a:solidFill>
                <a:latin typeface="Helvetica Neue"/>
                <a:ea typeface="Helvetica Neue"/>
                <a:cs typeface="Helvetica Neue"/>
              </a:rPr>
              <a:t>100</a:t>
            </a:r>
          </a:p>
        </p:txBody>
      </p:sp>
      <p:sp>
        <p:nvSpPr>
          <p:cNvPr id="20" name="text">
            <a:extLst xmlns:a="http://schemas.openxmlformats.org/drawingml/2006/main">
              <a:ext uri="{FF2B5EF4-FFF2-40B4-BE49-F238E27FC236}">
                <a16:creationId xmlns:a16="http://schemas.microsoft.com/office/drawing/2014/main" id="{6ADD7A12-34A6-4EE9-B49B-4AD3E040A6F8}"/>
              </a:ext>
            </a:extLst>
          </p:cNvPr>
          <p:cNvSpPr>
            <a:spLocks xmlns:a="http://schemas.openxmlformats.org/drawingml/2006/main" noGrp="1"/>
          </p:cNvSpPr>
          <p:nvPr/>
        </p:nvSpPr>
        <p:spPr>
          <a:xfrm xmlns:a="http://schemas.openxmlformats.org/drawingml/2006/main">
            <a:off x="7543800" y="21717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9616D"/>
                </a:solidFill>
                <a:latin typeface="Helvetica Neue"/>
                <a:ea typeface="Helvetica Neue"/>
                <a:cs typeface="Helvetica Neue"/>
              </a:defRPr>
            </a:pPr>
            <a:r>
              <a:rPr sz="1500" b="1" i="0">
                <a:solidFill>
                  <a:srgbClr val="59616D"/>
                </a:solidFill>
                <a:latin typeface="Helvetica Neue"/>
                <a:ea typeface="Helvetica Neue"/>
                <a:cs typeface="Helvetica Neue"/>
              </a:rPr>
              <a:t>5</a:t>
            </a:r>
          </a:p>
        </p:txBody>
      </p:sp>
      <p:sp>
        <p:nvSpPr>
          <p:cNvPr id="21" name="box">
            <a:extLst xmlns:a="http://schemas.openxmlformats.org/drawingml/2006/main">
              <a:ext uri="{FF2B5EF4-FFF2-40B4-BE49-F238E27FC236}">
                <a16:creationId xmlns:a16="http://schemas.microsoft.com/office/drawing/2014/main" id="{4679DA56-481C-4689-A9CA-296C7833C483}"/>
              </a:ext>
            </a:extLst>
          </p:cNvPr>
          <p:cNvSpPr>
            <a:spLocks xmlns:a="http://schemas.openxmlformats.org/drawingml/2006/main" noGrp="1"/>
          </p:cNvSpPr>
          <p:nvPr/>
        </p:nvSpPr>
        <p:spPr>
          <a:xfrm xmlns:a="http://schemas.openxmlformats.org/drawingml/2006/main">
            <a:off x="7543800" y="2590800"/>
            <a:ext cx="121920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B8BCC4"/>
            </a:solidFill>
            <a:prstDash val="solid"/>
          </a:ln>
        </p:spPr>
      </p:sp>
      <p:sp>
        <p:nvSpPr>
          <p:cNvPr id="22" name="text">
            <a:extLst xmlns:a="http://schemas.openxmlformats.org/drawingml/2006/main">
              <a:ext uri="{FF2B5EF4-FFF2-40B4-BE49-F238E27FC236}">
                <a16:creationId xmlns:a16="http://schemas.microsoft.com/office/drawing/2014/main" id="{0427AFA5-4ED5-4859-B533-49D6FCEB748E}"/>
              </a:ext>
            </a:extLst>
          </p:cNvPr>
          <p:cNvSpPr>
            <a:spLocks xmlns:a="http://schemas.openxmlformats.org/drawingml/2006/main" noGrp="1"/>
          </p:cNvSpPr>
          <p:nvPr/>
        </p:nvSpPr>
        <p:spPr>
          <a:xfrm xmlns:a="http://schemas.openxmlformats.org/drawingml/2006/main">
            <a:off x="7543800" y="2828925"/>
            <a:ext cx="1219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i="0">
                <a:solidFill>
                  <a:srgbClr val="000000"/>
                </a:solidFill>
                <a:latin typeface="Helvetica Neue"/>
                <a:ea typeface="Helvetica Neue"/>
                <a:cs typeface="Helvetica Neue"/>
              </a:defRPr>
            </a:pPr>
            <a:r>
              <a:rPr sz="2325" b="1" i="0">
                <a:solidFill>
                  <a:srgbClr val="000000"/>
                </a:solidFill>
                <a:latin typeface="Helvetica Neue"/>
                <a:ea typeface="Helvetica Neue"/>
                <a:cs typeface="Helvetica Neue"/>
              </a:rPr>
              <a:t>101</a:t>
            </a:r>
          </a:p>
        </p:txBody>
      </p:sp>
      <p:sp>
        <p:nvSpPr>
          <p:cNvPr id="23" name="text">
            <a:extLst xmlns:a="http://schemas.openxmlformats.org/drawingml/2006/main">
              <a:ext uri="{FF2B5EF4-FFF2-40B4-BE49-F238E27FC236}">
                <a16:creationId xmlns:a16="http://schemas.microsoft.com/office/drawing/2014/main" id="{3D6B0B61-FCD3-44E2-B65F-019085A2C1A2}"/>
              </a:ext>
            </a:extLst>
          </p:cNvPr>
          <p:cNvSpPr>
            <a:spLocks xmlns:a="http://schemas.openxmlformats.org/drawingml/2006/main" noGrp="1"/>
          </p:cNvSpPr>
          <p:nvPr/>
        </p:nvSpPr>
        <p:spPr>
          <a:xfrm xmlns:a="http://schemas.openxmlformats.org/drawingml/2006/main">
            <a:off x="8934450" y="21717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9616D"/>
                </a:solidFill>
                <a:latin typeface="Helvetica Neue"/>
                <a:ea typeface="Helvetica Neue"/>
                <a:cs typeface="Helvetica Neue"/>
              </a:defRPr>
            </a:pPr>
            <a:r>
              <a:rPr sz="1500" b="1" i="0">
                <a:solidFill>
                  <a:srgbClr val="59616D"/>
                </a:solidFill>
                <a:latin typeface="Helvetica Neue"/>
                <a:ea typeface="Helvetica Neue"/>
                <a:cs typeface="Helvetica Neue"/>
              </a:rPr>
              <a:t>6</a:t>
            </a:r>
          </a:p>
        </p:txBody>
      </p:sp>
      <p:sp>
        <p:nvSpPr>
          <p:cNvPr id="24" name="box">
            <a:extLst xmlns:a="http://schemas.openxmlformats.org/drawingml/2006/main">
              <a:ext uri="{FF2B5EF4-FFF2-40B4-BE49-F238E27FC236}">
                <a16:creationId xmlns:a16="http://schemas.microsoft.com/office/drawing/2014/main" id="{EDD1875D-D133-4438-B180-F67005DDEC18}"/>
              </a:ext>
            </a:extLst>
          </p:cNvPr>
          <p:cNvSpPr>
            <a:spLocks xmlns:a="http://schemas.openxmlformats.org/drawingml/2006/main" noGrp="1"/>
          </p:cNvSpPr>
          <p:nvPr/>
        </p:nvSpPr>
        <p:spPr>
          <a:xfrm xmlns:a="http://schemas.openxmlformats.org/drawingml/2006/main">
            <a:off x="8934450" y="2590800"/>
            <a:ext cx="121920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B8BCC4"/>
            </a:solidFill>
            <a:prstDash val="solid"/>
          </a:ln>
        </p:spPr>
      </p:sp>
      <p:sp>
        <p:nvSpPr>
          <p:cNvPr id="25" name="text">
            <a:extLst xmlns:a="http://schemas.openxmlformats.org/drawingml/2006/main">
              <a:ext uri="{FF2B5EF4-FFF2-40B4-BE49-F238E27FC236}">
                <a16:creationId xmlns:a16="http://schemas.microsoft.com/office/drawing/2014/main" id="{7E80DF77-3894-4138-AF69-A06DF08632E7}"/>
              </a:ext>
            </a:extLst>
          </p:cNvPr>
          <p:cNvSpPr>
            <a:spLocks xmlns:a="http://schemas.openxmlformats.org/drawingml/2006/main" noGrp="1"/>
          </p:cNvSpPr>
          <p:nvPr/>
        </p:nvSpPr>
        <p:spPr>
          <a:xfrm xmlns:a="http://schemas.openxmlformats.org/drawingml/2006/main">
            <a:off x="8934450" y="2828925"/>
            <a:ext cx="1219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i="0">
                <a:solidFill>
                  <a:srgbClr val="000000"/>
                </a:solidFill>
                <a:latin typeface="Helvetica Neue"/>
                <a:ea typeface="Helvetica Neue"/>
                <a:cs typeface="Helvetica Neue"/>
              </a:defRPr>
            </a:pPr>
            <a:r>
              <a:rPr sz="2325" b="1" i="0">
                <a:solidFill>
                  <a:srgbClr val="000000"/>
                </a:solidFill>
                <a:latin typeface="Helvetica Neue"/>
                <a:ea typeface="Helvetica Neue"/>
                <a:cs typeface="Helvetica Neue"/>
              </a:rPr>
              <a:t>110</a:t>
            </a:r>
          </a:p>
        </p:txBody>
      </p:sp>
      <p:sp>
        <p:nvSpPr>
          <p:cNvPr id="26" name="text">
            <a:extLst xmlns:a="http://schemas.openxmlformats.org/drawingml/2006/main">
              <a:ext uri="{FF2B5EF4-FFF2-40B4-BE49-F238E27FC236}">
                <a16:creationId xmlns:a16="http://schemas.microsoft.com/office/drawing/2014/main" id="{00296B87-AF7D-4104-95C4-21AC6890DC28}"/>
              </a:ext>
            </a:extLst>
          </p:cNvPr>
          <p:cNvSpPr>
            <a:spLocks xmlns:a="http://schemas.openxmlformats.org/drawingml/2006/main" noGrp="1"/>
          </p:cNvSpPr>
          <p:nvPr/>
        </p:nvSpPr>
        <p:spPr>
          <a:xfrm xmlns:a="http://schemas.openxmlformats.org/drawingml/2006/main">
            <a:off x="10325100" y="217170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9616D"/>
                </a:solidFill>
                <a:latin typeface="Helvetica Neue"/>
                <a:ea typeface="Helvetica Neue"/>
                <a:cs typeface="Helvetica Neue"/>
              </a:defRPr>
            </a:pPr>
            <a:r>
              <a:rPr sz="1500" b="1" i="0">
                <a:solidFill>
                  <a:srgbClr val="59616D"/>
                </a:solidFill>
                <a:latin typeface="Helvetica Neue"/>
                <a:ea typeface="Helvetica Neue"/>
                <a:cs typeface="Helvetica Neue"/>
              </a:rPr>
              <a:t>7</a:t>
            </a:r>
          </a:p>
        </p:txBody>
      </p:sp>
      <p:sp>
        <p:nvSpPr>
          <p:cNvPr id="27" name="box">
            <a:extLst xmlns:a="http://schemas.openxmlformats.org/drawingml/2006/main">
              <a:ext uri="{FF2B5EF4-FFF2-40B4-BE49-F238E27FC236}">
                <a16:creationId xmlns:a16="http://schemas.microsoft.com/office/drawing/2014/main" id="{F7548561-70CA-4BFA-9207-0042BE3D8519}"/>
              </a:ext>
            </a:extLst>
          </p:cNvPr>
          <p:cNvSpPr>
            <a:spLocks xmlns:a="http://schemas.openxmlformats.org/drawingml/2006/main" noGrp="1"/>
          </p:cNvSpPr>
          <p:nvPr/>
        </p:nvSpPr>
        <p:spPr>
          <a:xfrm xmlns:a="http://schemas.openxmlformats.org/drawingml/2006/main">
            <a:off x="10325100" y="2590800"/>
            <a:ext cx="121920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B8BCC4"/>
            </a:solidFill>
            <a:prstDash val="solid"/>
          </a:ln>
        </p:spPr>
      </p:sp>
      <p:sp>
        <p:nvSpPr>
          <p:cNvPr id="28" name="text">
            <a:extLst xmlns:a="http://schemas.openxmlformats.org/drawingml/2006/main">
              <a:ext uri="{FF2B5EF4-FFF2-40B4-BE49-F238E27FC236}">
                <a16:creationId xmlns:a16="http://schemas.microsoft.com/office/drawing/2014/main" id="{AF4C4340-6E22-4D87-B747-62934607C88E}"/>
              </a:ext>
            </a:extLst>
          </p:cNvPr>
          <p:cNvSpPr>
            <a:spLocks xmlns:a="http://schemas.openxmlformats.org/drawingml/2006/main" noGrp="1"/>
          </p:cNvSpPr>
          <p:nvPr/>
        </p:nvSpPr>
        <p:spPr>
          <a:xfrm xmlns:a="http://schemas.openxmlformats.org/drawingml/2006/main">
            <a:off x="10325100" y="2828925"/>
            <a:ext cx="12192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i="0">
                <a:solidFill>
                  <a:srgbClr val="000000"/>
                </a:solidFill>
                <a:latin typeface="Helvetica Neue"/>
                <a:ea typeface="Helvetica Neue"/>
                <a:cs typeface="Helvetica Neue"/>
              </a:defRPr>
            </a:pPr>
            <a:r>
              <a:rPr sz="2325" b="1" i="0">
                <a:solidFill>
                  <a:srgbClr val="000000"/>
                </a:solidFill>
                <a:latin typeface="Helvetica Neue"/>
                <a:ea typeface="Helvetica Neue"/>
                <a:cs typeface="Helvetica Neue"/>
              </a:rPr>
              <a:t>111</a:t>
            </a:r>
          </a:p>
        </p:txBody>
      </p:sp>
      <p:sp>
        <p:nvSpPr>
          <p:cNvPr id="29" name="text">
            <a:extLst xmlns:a="http://schemas.openxmlformats.org/drawingml/2006/main">
              <a:ext uri="{FF2B5EF4-FFF2-40B4-BE49-F238E27FC236}">
                <a16:creationId xmlns:a16="http://schemas.microsoft.com/office/drawing/2014/main" id="{C5091257-08A8-481D-BA21-0BCFC97245C0}"/>
              </a:ext>
            </a:extLst>
          </p:cNvPr>
          <p:cNvSpPr>
            <a:spLocks xmlns:a="http://schemas.openxmlformats.org/drawingml/2006/main" noGrp="1"/>
          </p:cNvSpPr>
          <p:nvPr/>
        </p:nvSpPr>
        <p:spPr>
          <a:xfrm xmlns:a="http://schemas.openxmlformats.org/drawingml/2006/main">
            <a:off x="590550" y="390525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i="0">
                <a:solidFill>
                  <a:srgbClr val="158F63"/>
                </a:solidFill>
                <a:latin typeface="Helvetica Neue"/>
                <a:ea typeface="Helvetica Neue"/>
                <a:cs typeface="Helvetica Neue"/>
              </a:defRPr>
            </a:pPr>
            <a:r>
              <a:rPr sz="1275" b="1" i="0">
                <a:solidFill>
                  <a:srgbClr val="158F63"/>
                </a:solidFill>
                <a:latin typeface="Helvetica Neue"/>
                <a:ea typeface="Helvetica Neue"/>
                <a:cs typeface="Helvetica Neue"/>
              </a:rPr>
              <a:t>NO ERROR</a:t>
            </a:r>
          </a:p>
        </p:txBody>
      </p:sp>
      <p:sp>
        <p:nvSpPr>
          <p:cNvPr id="30" name="text">
            <a:extLst xmlns:a="http://schemas.openxmlformats.org/drawingml/2006/main">
              <a:ext uri="{FF2B5EF4-FFF2-40B4-BE49-F238E27FC236}">
                <a16:creationId xmlns:a16="http://schemas.microsoft.com/office/drawing/2014/main" id="{51C2061E-C38B-4F97-9717-96712E19FFA8}"/>
              </a:ext>
            </a:extLst>
          </p:cNvPr>
          <p:cNvSpPr>
            <a:spLocks xmlns:a="http://schemas.openxmlformats.org/drawingml/2006/main" noGrp="1"/>
          </p:cNvSpPr>
          <p:nvPr/>
        </p:nvSpPr>
        <p:spPr>
          <a:xfrm xmlns:a="http://schemas.openxmlformats.org/drawingml/2006/main">
            <a:off x="2095500" y="4791075"/>
            <a:ext cx="800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426"/>
          </a:bodyPr>
          <a:lstStyle xmlns:a="http://schemas.openxmlformats.org/drawingml/2006/main"/>
          <a:p xmlns:a="http://schemas.openxmlformats.org/drawingml/2006/main">
            <a:pPr algn="ctr">
              <a:defRPr sz="2700" b="1" i="0">
                <a:solidFill>
                  <a:srgbClr val="000000"/>
                </a:solidFill>
                <a:latin typeface="Helvetica Neue"/>
                <a:ea typeface="Helvetica Neue"/>
                <a:cs typeface="Helvetica Neue"/>
              </a:defRPr>
            </a:pPr>
            <a:r>
              <a:rPr sz="2700" b="1" i="0">
                <a:solidFill>
                  <a:srgbClr val="000000"/>
                </a:solidFill>
                <a:latin typeface="Helvetica Neue"/>
                <a:ea typeface="Helvetica Neue"/>
                <a:cs typeface="Helvetica Neue"/>
              </a:rPr>
              <a:t>Each position’s number is also its answer fingerprint.</a:t>
            </a:r>
          </a:p>
        </p:txBody>
      </p:sp>
      <p:sp>
        <p:nvSpPr>
          <p:cNvPr id="31" name="text">
            <a:extLst xmlns:a="http://schemas.openxmlformats.org/drawingml/2006/main">
              <a:ext uri="{FF2B5EF4-FFF2-40B4-BE49-F238E27FC236}">
                <a16:creationId xmlns:a16="http://schemas.microsoft.com/office/drawing/2014/main" id="{D64F466E-2D73-4AF5-80A0-E009E6AE7544}"/>
              </a:ext>
            </a:extLst>
          </p:cNvPr>
          <p:cNvSpPr>
            <a:spLocks xmlns:a="http://schemas.openxmlformats.org/drawingml/2006/main" noGrp="1"/>
          </p:cNvSpPr>
          <p:nvPr/>
        </p:nvSpPr>
        <p:spPr>
          <a:xfrm xmlns:a="http://schemas.openxmlformats.org/drawingml/2006/main">
            <a:off x="2476500" y="556260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0" i="0">
                <a:solidFill>
                  <a:srgbClr val="59616D"/>
                </a:solidFill>
                <a:latin typeface="Helvetica Neue"/>
                <a:ea typeface="Helvetica Neue"/>
                <a:cs typeface="Helvetica Neue"/>
              </a:defRPr>
            </a:pPr>
            <a:r>
              <a:rPr sz="1875" b="0" i="0">
                <a:solidFill>
                  <a:srgbClr val="59616D"/>
                </a:solidFill>
                <a:latin typeface="Helvetica Neue"/>
                <a:ea typeface="Helvetica Neue"/>
                <a:cs typeface="Helvetica Neue"/>
              </a:rPr>
              <a:t>Read the three answers as the 4s, 2s, and 1s digits.</a:t>
            </a:r>
          </a:p>
        </p:txBody>
      </p:sp>
    </p:spTree>
    <p:extLst>
      <p:ext uri="{BB962C8B-B14F-4D97-AF65-F5344CB8AC3E}">
        <p14:creationId xmlns:p14="http://schemas.microsoft.com/office/powerpoint/2010/main" val="6344439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 name="section-8">
            <a:extLst xmlns:a="http://schemas.openxmlformats.org/drawingml/2006/main">
              <a:ext uri="{FF2B5EF4-FFF2-40B4-BE49-F238E27FC236}">
                <a16:creationId xmlns:a16="http://schemas.microsoft.com/office/drawing/2014/main" id="{5D69533F-13EE-4ABF-BAA6-A7DCD9E90508}"/>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FROM ADDRESSES TO CHECK GROUPS</a:t>
            </a:r>
          </a:p>
        </p:txBody>
      </p:sp>
      <p:sp>
        <p:nvSpPr>
          <p:cNvPr id="2" name="title-8">
            <a:extLst xmlns:a="http://schemas.openxmlformats.org/drawingml/2006/main">
              <a:ext uri="{FF2B5EF4-FFF2-40B4-BE49-F238E27FC236}">
                <a16:creationId xmlns:a16="http://schemas.microsoft.com/office/drawing/2014/main" id="{7609646C-53CF-47E7-BE19-EBAA66FD64CC}"/>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000000"/>
                </a:solidFill>
                <a:latin typeface="Helvetica Neue"/>
                <a:ea typeface="Helvetica Neue"/>
                <a:cs typeface="Helvetica Neue"/>
              </a:defRPr>
            </a:pPr>
            <a:r>
              <a:rPr sz="3450" b="1" i="0">
                <a:solidFill>
                  <a:srgbClr val="000000"/>
                </a:solidFill>
                <a:latin typeface="Helvetica Neue"/>
                <a:ea typeface="Helvetica Neue"/>
                <a:cs typeface="Helvetica Neue"/>
              </a:rPr>
              <a:t>The names tell us what each question must cover</a:t>
            </a:r>
          </a:p>
        </p:txBody>
      </p:sp>
      <p:cxnSp>
        <p:nvCxnSpPr>
          <p:cNvPr id="60"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8">
            <a:extLst xmlns:a="http://schemas.openxmlformats.org/drawingml/2006/main">
              <a:ext uri="{FF2B5EF4-FFF2-40B4-BE49-F238E27FC236}">
                <a16:creationId xmlns:a16="http://schemas.microsoft.com/office/drawing/2014/main" id="{25E28466-652D-4261-B954-DF85F12D1E9C}"/>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08</a:t>
            </a:r>
          </a:p>
        </p:txBody>
      </p:sp>
      <p:sp>
        <p:nvSpPr>
          <p:cNvPr id="5" name="map-pos-1">
            <a:extLst xmlns:a="http://schemas.openxmlformats.org/drawingml/2006/main">
              <a:ext uri="{FF2B5EF4-FFF2-40B4-BE49-F238E27FC236}">
                <a16:creationId xmlns:a16="http://schemas.microsoft.com/office/drawing/2014/main" id="{B005E3CA-7F0E-41E0-B09A-4E895707C0EF}"/>
              </a:ext>
            </a:extLst>
          </p:cNvPr>
          <p:cNvSpPr>
            <a:spLocks xmlns:a="http://schemas.openxmlformats.org/drawingml/2006/main" noGrp="1"/>
          </p:cNvSpPr>
          <p:nvPr/>
        </p:nvSpPr>
        <p:spPr>
          <a:xfrm xmlns:a="http://schemas.openxmlformats.org/drawingml/2006/main">
            <a:off x="2381250" y="17049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9616D"/>
                </a:solidFill>
                <a:latin typeface="Helvetica Neue"/>
                <a:ea typeface="Helvetica Neue"/>
                <a:cs typeface="Helvetica Neue"/>
              </a:defRPr>
            </a:pPr>
            <a:r>
              <a:rPr sz="1500" b="1" i="0">
                <a:solidFill>
                  <a:srgbClr val="59616D"/>
                </a:solidFill>
                <a:latin typeface="Helvetica Neue"/>
                <a:ea typeface="Helvetica Neue"/>
                <a:cs typeface="Helvetica Neue"/>
              </a:rPr>
              <a:t>1</a:t>
            </a:r>
          </a:p>
        </p:txBody>
      </p:sp>
      <p:sp>
        <p:nvSpPr>
          <p:cNvPr id="6" name="map-pos-2">
            <a:extLst xmlns:a="http://schemas.openxmlformats.org/drawingml/2006/main">
              <a:ext uri="{FF2B5EF4-FFF2-40B4-BE49-F238E27FC236}">
                <a16:creationId xmlns:a16="http://schemas.microsoft.com/office/drawing/2014/main" id="{6FA8421B-0BD4-4A2D-8363-9C4781CF9597}"/>
              </a:ext>
            </a:extLst>
          </p:cNvPr>
          <p:cNvSpPr>
            <a:spLocks xmlns:a="http://schemas.openxmlformats.org/drawingml/2006/main" noGrp="1"/>
          </p:cNvSpPr>
          <p:nvPr/>
        </p:nvSpPr>
        <p:spPr>
          <a:xfrm xmlns:a="http://schemas.openxmlformats.org/drawingml/2006/main">
            <a:off x="3524250" y="17049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9616D"/>
                </a:solidFill>
                <a:latin typeface="Helvetica Neue"/>
                <a:ea typeface="Helvetica Neue"/>
                <a:cs typeface="Helvetica Neue"/>
              </a:defRPr>
            </a:pPr>
            <a:r>
              <a:rPr sz="1500" b="1" i="0">
                <a:solidFill>
                  <a:srgbClr val="59616D"/>
                </a:solidFill>
                <a:latin typeface="Helvetica Neue"/>
                <a:ea typeface="Helvetica Neue"/>
                <a:cs typeface="Helvetica Neue"/>
              </a:rPr>
              <a:t>2</a:t>
            </a:r>
          </a:p>
        </p:txBody>
      </p:sp>
      <p:sp>
        <p:nvSpPr>
          <p:cNvPr id="7" name="map-pos-3">
            <a:extLst xmlns:a="http://schemas.openxmlformats.org/drawingml/2006/main">
              <a:ext uri="{FF2B5EF4-FFF2-40B4-BE49-F238E27FC236}">
                <a16:creationId xmlns:a16="http://schemas.microsoft.com/office/drawing/2014/main" id="{60C31394-21C2-401E-9A4E-AE858C518D31}"/>
              </a:ext>
            </a:extLst>
          </p:cNvPr>
          <p:cNvSpPr>
            <a:spLocks xmlns:a="http://schemas.openxmlformats.org/drawingml/2006/main" noGrp="1"/>
          </p:cNvSpPr>
          <p:nvPr/>
        </p:nvSpPr>
        <p:spPr>
          <a:xfrm xmlns:a="http://schemas.openxmlformats.org/drawingml/2006/main">
            <a:off x="4667250" y="17049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9616D"/>
                </a:solidFill>
                <a:latin typeface="Helvetica Neue"/>
                <a:ea typeface="Helvetica Neue"/>
                <a:cs typeface="Helvetica Neue"/>
              </a:defRPr>
            </a:pPr>
            <a:r>
              <a:rPr sz="1500" b="1" i="0">
                <a:solidFill>
                  <a:srgbClr val="59616D"/>
                </a:solidFill>
                <a:latin typeface="Helvetica Neue"/>
                <a:ea typeface="Helvetica Neue"/>
                <a:cs typeface="Helvetica Neue"/>
              </a:rPr>
              <a:t>3</a:t>
            </a:r>
          </a:p>
        </p:txBody>
      </p:sp>
      <p:sp>
        <p:nvSpPr>
          <p:cNvPr id="8" name="map-pos-4">
            <a:extLst xmlns:a="http://schemas.openxmlformats.org/drawingml/2006/main">
              <a:ext uri="{FF2B5EF4-FFF2-40B4-BE49-F238E27FC236}">
                <a16:creationId xmlns:a16="http://schemas.microsoft.com/office/drawing/2014/main" id="{4A128358-00C8-41DB-8EB7-0DC76D9C1341}"/>
              </a:ext>
            </a:extLst>
          </p:cNvPr>
          <p:cNvSpPr>
            <a:spLocks xmlns:a="http://schemas.openxmlformats.org/drawingml/2006/main" noGrp="1"/>
          </p:cNvSpPr>
          <p:nvPr/>
        </p:nvSpPr>
        <p:spPr>
          <a:xfrm xmlns:a="http://schemas.openxmlformats.org/drawingml/2006/main">
            <a:off x="5810250" y="17049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9616D"/>
                </a:solidFill>
                <a:latin typeface="Helvetica Neue"/>
                <a:ea typeface="Helvetica Neue"/>
                <a:cs typeface="Helvetica Neue"/>
              </a:defRPr>
            </a:pPr>
            <a:r>
              <a:rPr sz="1500" b="1" i="0">
                <a:solidFill>
                  <a:srgbClr val="59616D"/>
                </a:solidFill>
                <a:latin typeface="Helvetica Neue"/>
                <a:ea typeface="Helvetica Neue"/>
                <a:cs typeface="Helvetica Neue"/>
              </a:rPr>
              <a:t>4</a:t>
            </a:r>
          </a:p>
        </p:txBody>
      </p:sp>
      <p:sp>
        <p:nvSpPr>
          <p:cNvPr id="9" name="map-pos-5">
            <a:extLst xmlns:a="http://schemas.openxmlformats.org/drawingml/2006/main">
              <a:ext uri="{FF2B5EF4-FFF2-40B4-BE49-F238E27FC236}">
                <a16:creationId xmlns:a16="http://schemas.microsoft.com/office/drawing/2014/main" id="{30031CD9-FE83-41BA-81AA-E831D98C0906}"/>
              </a:ext>
            </a:extLst>
          </p:cNvPr>
          <p:cNvSpPr>
            <a:spLocks xmlns:a="http://schemas.openxmlformats.org/drawingml/2006/main" noGrp="1"/>
          </p:cNvSpPr>
          <p:nvPr/>
        </p:nvSpPr>
        <p:spPr>
          <a:xfrm xmlns:a="http://schemas.openxmlformats.org/drawingml/2006/main">
            <a:off x="6953250" y="17049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9616D"/>
                </a:solidFill>
                <a:latin typeface="Helvetica Neue"/>
                <a:ea typeface="Helvetica Neue"/>
                <a:cs typeface="Helvetica Neue"/>
              </a:defRPr>
            </a:pPr>
            <a:r>
              <a:rPr sz="1500" b="1" i="0">
                <a:solidFill>
                  <a:srgbClr val="59616D"/>
                </a:solidFill>
                <a:latin typeface="Helvetica Neue"/>
                <a:ea typeface="Helvetica Neue"/>
                <a:cs typeface="Helvetica Neue"/>
              </a:rPr>
              <a:t>5</a:t>
            </a:r>
          </a:p>
        </p:txBody>
      </p:sp>
      <p:sp>
        <p:nvSpPr>
          <p:cNvPr id="10" name="map-pos-6">
            <a:extLst xmlns:a="http://schemas.openxmlformats.org/drawingml/2006/main">
              <a:ext uri="{FF2B5EF4-FFF2-40B4-BE49-F238E27FC236}">
                <a16:creationId xmlns:a16="http://schemas.microsoft.com/office/drawing/2014/main" id="{3AFA61BA-D191-4DFB-81A2-5996AEE164E2}"/>
              </a:ext>
            </a:extLst>
          </p:cNvPr>
          <p:cNvSpPr>
            <a:spLocks xmlns:a="http://schemas.openxmlformats.org/drawingml/2006/main" noGrp="1"/>
          </p:cNvSpPr>
          <p:nvPr/>
        </p:nvSpPr>
        <p:spPr>
          <a:xfrm xmlns:a="http://schemas.openxmlformats.org/drawingml/2006/main">
            <a:off x="8096250" y="17049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9616D"/>
                </a:solidFill>
                <a:latin typeface="Helvetica Neue"/>
                <a:ea typeface="Helvetica Neue"/>
                <a:cs typeface="Helvetica Neue"/>
              </a:defRPr>
            </a:pPr>
            <a:r>
              <a:rPr sz="1500" b="1" i="0">
                <a:solidFill>
                  <a:srgbClr val="59616D"/>
                </a:solidFill>
                <a:latin typeface="Helvetica Neue"/>
                <a:ea typeface="Helvetica Neue"/>
                <a:cs typeface="Helvetica Neue"/>
              </a:rPr>
              <a:t>6</a:t>
            </a:r>
          </a:p>
        </p:txBody>
      </p:sp>
      <p:sp>
        <p:nvSpPr>
          <p:cNvPr id="11" name="map-pos-7">
            <a:extLst xmlns:a="http://schemas.openxmlformats.org/drawingml/2006/main">
              <a:ext uri="{FF2B5EF4-FFF2-40B4-BE49-F238E27FC236}">
                <a16:creationId xmlns:a16="http://schemas.microsoft.com/office/drawing/2014/main" id="{ABA516DB-4754-4BBF-A97B-906A8D6EA4A0}"/>
              </a:ext>
            </a:extLst>
          </p:cNvPr>
          <p:cNvSpPr>
            <a:spLocks xmlns:a="http://schemas.openxmlformats.org/drawingml/2006/main" noGrp="1"/>
          </p:cNvSpPr>
          <p:nvPr/>
        </p:nvSpPr>
        <p:spPr>
          <a:xfrm xmlns:a="http://schemas.openxmlformats.org/drawingml/2006/main">
            <a:off x="9239250" y="17049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59616D"/>
                </a:solidFill>
                <a:latin typeface="Helvetica Neue"/>
                <a:ea typeface="Helvetica Neue"/>
                <a:cs typeface="Helvetica Neue"/>
              </a:defRPr>
            </a:pPr>
            <a:r>
              <a:rPr sz="1500" b="1" i="0">
                <a:solidFill>
                  <a:srgbClr val="59616D"/>
                </a:solidFill>
                <a:latin typeface="Helvetica Neue"/>
                <a:ea typeface="Helvetica Neue"/>
                <a:cs typeface="Helvetica Neue"/>
              </a:rPr>
              <a:t>7</a:t>
            </a:r>
          </a:p>
        </p:txBody>
      </p:sp>
      <p:sp>
        <p:nvSpPr>
          <p:cNvPr id="12" name="map-label-0">
            <a:extLst xmlns:a="http://schemas.openxmlformats.org/drawingml/2006/main">
              <a:ext uri="{FF2B5EF4-FFF2-40B4-BE49-F238E27FC236}">
                <a16:creationId xmlns:a16="http://schemas.microsoft.com/office/drawing/2014/main" id="{D15EE0C1-B859-4B9E-A087-E91E9B36D1BA}"/>
              </a:ext>
            </a:extLst>
          </p:cNvPr>
          <p:cNvSpPr>
            <a:spLocks xmlns:a="http://schemas.openxmlformats.org/drawingml/2006/main" noGrp="1"/>
          </p:cNvSpPr>
          <p:nvPr/>
        </p:nvSpPr>
        <p:spPr>
          <a:xfrm xmlns:a="http://schemas.openxmlformats.org/drawingml/2006/main">
            <a:off x="400050" y="2333625"/>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6DCBF4"/>
                </a:solidFill>
                <a:latin typeface="Helvetica Neue"/>
                <a:ea typeface="Helvetica Neue"/>
                <a:cs typeface="Helvetica Neue"/>
              </a:defRPr>
            </a:pPr>
            <a:r>
              <a:rPr sz="1950" b="1" i="0">
                <a:solidFill>
                  <a:srgbClr val="6DCBF4"/>
                </a:solidFill>
                <a:latin typeface="Helvetica Neue"/>
                <a:ea typeface="Helvetica Neue"/>
                <a:cs typeface="Helvetica Neue"/>
              </a:rPr>
              <a:t>check 1</a:t>
            </a:r>
          </a:p>
        </p:txBody>
      </p:sp>
      <p:sp>
        <p:nvSpPr>
          <p:cNvPr id="13" name="map-0-1">
            <a:extLst xmlns:a="http://schemas.openxmlformats.org/drawingml/2006/main">
              <a:ext uri="{FF2B5EF4-FFF2-40B4-BE49-F238E27FC236}">
                <a16:creationId xmlns:a16="http://schemas.microsoft.com/office/drawing/2014/main" id="{58C66098-C49C-4345-9D51-3615CC9785C6}"/>
              </a:ext>
            </a:extLst>
          </p:cNvPr>
          <p:cNvSpPr>
            <a:spLocks xmlns:a="http://schemas.openxmlformats.org/drawingml/2006/main" noGrp="1"/>
          </p:cNvSpPr>
          <p:nvPr/>
        </p:nvSpPr>
        <p:spPr>
          <a:xfrm xmlns:a="http://schemas.openxmlformats.org/drawingml/2006/main">
            <a:off x="2381250" y="2076450"/>
            <a:ext cx="952500" cy="819150"/>
          </a:xfrm>
          <a:prstGeom xmlns:a="http://schemas.openxmlformats.org/drawingml/2006/main" prst="rect">
            <a:avLst/>
          </a:prstGeom>
          <a:solidFill xmlns:a="http://schemas.openxmlformats.org/drawingml/2006/main">
            <a:srgbClr val="6DCBF4"/>
          </a:solidFill>
          <a:ln xmlns:a="http://schemas.openxmlformats.org/drawingml/2006/main" w="9525">
            <a:solidFill>
              <a:srgbClr val="6DCBF4"/>
            </a:solidFill>
            <a:prstDash val="solid"/>
          </a:ln>
        </p:spPr>
      </p:sp>
      <p:sp>
        <p:nvSpPr>
          <p:cNvPr id="14" name="map-mark-0-1">
            <a:extLst xmlns:a="http://schemas.openxmlformats.org/drawingml/2006/main">
              <a:ext uri="{FF2B5EF4-FFF2-40B4-BE49-F238E27FC236}">
                <a16:creationId xmlns:a16="http://schemas.microsoft.com/office/drawing/2014/main" id="{79E2FBC6-7FE2-4EF1-8A6C-93413591E40A}"/>
              </a:ext>
            </a:extLst>
          </p:cNvPr>
          <p:cNvSpPr>
            <a:spLocks xmlns:a="http://schemas.openxmlformats.org/drawingml/2006/main" noGrp="1"/>
          </p:cNvSpPr>
          <p:nvPr/>
        </p:nvSpPr>
        <p:spPr>
          <a:xfrm xmlns:a="http://schemas.openxmlformats.org/drawingml/2006/main">
            <a:off x="2381250" y="22860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YES</a:t>
            </a:r>
          </a:p>
        </p:txBody>
      </p:sp>
      <p:sp>
        <p:nvSpPr>
          <p:cNvPr id="15" name="map-0-2">
            <a:extLst xmlns:a="http://schemas.openxmlformats.org/drawingml/2006/main">
              <a:ext uri="{FF2B5EF4-FFF2-40B4-BE49-F238E27FC236}">
                <a16:creationId xmlns:a16="http://schemas.microsoft.com/office/drawing/2014/main" id="{DF040990-1406-45E5-83E1-5F364CC737C0}"/>
              </a:ext>
            </a:extLst>
          </p:cNvPr>
          <p:cNvSpPr>
            <a:spLocks xmlns:a="http://schemas.openxmlformats.org/drawingml/2006/main" noGrp="1"/>
          </p:cNvSpPr>
          <p:nvPr/>
        </p:nvSpPr>
        <p:spPr>
          <a:xfrm xmlns:a="http://schemas.openxmlformats.org/drawingml/2006/main">
            <a:off x="3524250" y="2076450"/>
            <a:ext cx="952500" cy="8191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16" name="map-mark-0-2">
            <a:extLst xmlns:a="http://schemas.openxmlformats.org/drawingml/2006/main">
              <a:ext uri="{FF2B5EF4-FFF2-40B4-BE49-F238E27FC236}">
                <a16:creationId xmlns:a16="http://schemas.microsoft.com/office/drawing/2014/main" id="{892E11AC-D368-4436-8579-9B14B1CD60B3}"/>
              </a:ext>
            </a:extLst>
          </p:cNvPr>
          <p:cNvSpPr>
            <a:spLocks xmlns:a="http://schemas.openxmlformats.org/drawingml/2006/main" noGrp="1"/>
          </p:cNvSpPr>
          <p:nvPr/>
        </p:nvSpPr>
        <p:spPr>
          <a:xfrm xmlns:a="http://schemas.openxmlformats.org/drawingml/2006/main">
            <a:off x="3524250" y="22860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17" name="map-0-3">
            <a:extLst xmlns:a="http://schemas.openxmlformats.org/drawingml/2006/main">
              <a:ext uri="{FF2B5EF4-FFF2-40B4-BE49-F238E27FC236}">
                <a16:creationId xmlns:a16="http://schemas.microsoft.com/office/drawing/2014/main" id="{0B8C6CF0-4040-445A-BA7A-A83B4BC2A883}"/>
              </a:ext>
            </a:extLst>
          </p:cNvPr>
          <p:cNvSpPr>
            <a:spLocks xmlns:a="http://schemas.openxmlformats.org/drawingml/2006/main" noGrp="1"/>
          </p:cNvSpPr>
          <p:nvPr/>
        </p:nvSpPr>
        <p:spPr>
          <a:xfrm xmlns:a="http://schemas.openxmlformats.org/drawingml/2006/main">
            <a:off x="4667250" y="2076450"/>
            <a:ext cx="952500" cy="819150"/>
          </a:xfrm>
          <a:prstGeom xmlns:a="http://schemas.openxmlformats.org/drawingml/2006/main" prst="rect">
            <a:avLst/>
          </a:prstGeom>
          <a:solidFill xmlns:a="http://schemas.openxmlformats.org/drawingml/2006/main">
            <a:srgbClr val="6DCBF4"/>
          </a:solidFill>
          <a:ln xmlns:a="http://schemas.openxmlformats.org/drawingml/2006/main" w="9525">
            <a:solidFill>
              <a:srgbClr val="6DCBF4"/>
            </a:solidFill>
            <a:prstDash val="solid"/>
          </a:ln>
        </p:spPr>
      </p:sp>
      <p:sp>
        <p:nvSpPr>
          <p:cNvPr id="18" name="map-mark-0-3">
            <a:extLst xmlns:a="http://schemas.openxmlformats.org/drawingml/2006/main">
              <a:ext uri="{FF2B5EF4-FFF2-40B4-BE49-F238E27FC236}">
                <a16:creationId xmlns:a16="http://schemas.microsoft.com/office/drawing/2014/main" id="{911D13DA-6675-456D-92E8-CDE334EE5C53}"/>
              </a:ext>
            </a:extLst>
          </p:cNvPr>
          <p:cNvSpPr>
            <a:spLocks xmlns:a="http://schemas.openxmlformats.org/drawingml/2006/main" noGrp="1"/>
          </p:cNvSpPr>
          <p:nvPr/>
        </p:nvSpPr>
        <p:spPr>
          <a:xfrm xmlns:a="http://schemas.openxmlformats.org/drawingml/2006/main">
            <a:off x="4667250" y="22860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YES</a:t>
            </a:r>
          </a:p>
        </p:txBody>
      </p:sp>
      <p:sp>
        <p:nvSpPr>
          <p:cNvPr id="19" name="map-0-4">
            <a:extLst xmlns:a="http://schemas.openxmlformats.org/drawingml/2006/main">
              <a:ext uri="{FF2B5EF4-FFF2-40B4-BE49-F238E27FC236}">
                <a16:creationId xmlns:a16="http://schemas.microsoft.com/office/drawing/2014/main" id="{0D0C2D7E-A3EF-41BC-ACD1-470FCFDD48A1}"/>
              </a:ext>
            </a:extLst>
          </p:cNvPr>
          <p:cNvSpPr>
            <a:spLocks xmlns:a="http://schemas.openxmlformats.org/drawingml/2006/main" noGrp="1"/>
          </p:cNvSpPr>
          <p:nvPr/>
        </p:nvSpPr>
        <p:spPr>
          <a:xfrm xmlns:a="http://schemas.openxmlformats.org/drawingml/2006/main">
            <a:off x="5810250" y="2076450"/>
            <a:ext cx="952500" cy="8191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0" name="map-mark-0-4">
            <a:extLst xmlns:a="http://schemas.openxmlformats.org/drawingml/2006/main">
              <a:ext uri="{FF2B5EF4-FFF2-40B4-BE49-F238E27FC236}">
                <a16:creationId xmlns:a16="http://schemas.microsoft.com/office/drawing/2014/main" id="{6A024402-F237-4937-8C56-46DAABAE7C71}"/>
              </a:ext>
            </a:extLst>
          </p:cNvPr>
          <p:cNvSpPr>
            <a:spLocks xmlns:a="http://schemas.openxmlformats.org/drawingml/2006/main" noGrp="1"/>
          </p:cNvSpPr>
          <p:nvPr/>
        </p:nvSpPr>
        <p:spPr>
          <a:xfrm xmlns:a="http://schemas.openxmlformats.org/drawingml/2006/main">
            <a:off x="5810250" y="22860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21" name="map-0-5">
            <a:extLst xmlns:a="http://schemas.openxmlformats.org/drawingml/2006/main">
              <a:ext uri="{FF2B5EF4-FFF2-40B4-BE49-F238E27FC236}">
                <a16:creationId xmlns:a16="http://schemas.microsoft.com/office/drawing/2014/main" id="{CCD3EBEA-CF65-48E0-83F5-C2809D50CA0D}"/>
              </a:ext>
            </a:extLst>
          </p:cNvPr>
          <p:cNvSpPr>
            <a:spLocks xmlns:a="http://schemas.openxmlformats.org/drawingml/2006/main" noGrp="1"/>
          </p:cNvSpPr>
          <p:nvPr/>
        </p:nvSpPr>
        <p:spPr>
          <a:xfrm xmlns:a="http://schemas.openxmlformats.org/drawingml/2006/main">
            <a:off x="6953250" y="2076450"/>
            <a:ext cx="952500" cy="819150"/>
          </a:xfrm>
          <a:prstGeom xmlns:a="http://schemas.openxmlformats.org/drawingml/2006/main" prst="rect">
            <a:avLst/>
          </a:prstGeom>
          <a:solidFill xmlns:a="http://schemas.openxmlformats.org/drawingml/2006/main">
            <a:srgbClr val="6DCBF4"/>
          </a:solidFill>
          <a:ln xmlns:a="http://schemas.openxmlformats.org/drawingml/2006/main" w="9525">
            <a:solidFill>
              <a:srgbClr val="6DCBF4"/>
            </a:solidFill>
            <a:prstDash val="solid"/>
          </a:ln>
        </p:spPr>
      </p:sp>
      <p:sp>
        <p:nvSpPr>
          <p:cNvPr id="22" name="map-mark-0-5">
            <a:extLst xmlns:a="http://schemas.openxmlformats.org/drawingml/2006/main">
              <a:ext uri="{FF2B5EF4-FFF2-40B4-BE49-F238E27FC236}">
                <a16:creationId xmlns:a16="http://schemas.microsoft.com/office/drawing/2014/main" id="{17B08E9E-4766-4D51-A903-075F54A3AF27}"/>
              </a:ext>
            </a:extLst>
          </p:cNvPr>
          <p:cNvSpPr>
            <a:spLocks xmlns:a="http://schemas.openxmlformats.org/drawingml/2006/main" noGrp="1"/>
          </p:cNvSpPr>
          <p:nvPr/>
        </p:nvSpPr>
        <p:spPr>
          <a:xfrm xmlns:a="http://schemas.openxmlformats.org/drawingml/2006/main">
            <a:off x="6953250" y="22860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YES</a:t>
            </a:r>
          </a:p>
        </p:txBody>
      </p:sp>
      <p:sp>
        <p:nvSpPr>
          <p:cNvPr id="23" name="map-0-6">
            <a:extLst xmlns:a="http://schemas.openxmlformats.org/drawingml/2006/main">
              <a:ext uri="{FF2B5EF4-FFF2-40B4-BE49-F238E27FC236}">
                <a16:creationId xmlns:a16="http://schemas.microsoft.com/office/drawing/2014/main" id="{FB276A5E-6B06-4299-9F7D-18115C5562F2}"/>
              </a:ext>
            </a:extLst>
          </p:cNvPr>
          <p:cNvSpPr>
            <a:spLocks xmlns:a="http://schemas.openxmlformats.org/drawingml/2006/main" noGrp="1"/>
          </p:cNvSpPr>
          <p:nvPr/>
        </p:nvSpPr>
        <p:spPr>
          <a:xfrm xmlns:a="http://schemas.openxmlformats.org/drawingml/2006/main">
            <a:off x="8096250" y="2076450"/>
            <a:ext cx="952500" cy="8191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4" name="map-mark-0-6">
            <a:extLst xmlns:a="http://schemas.openxmlformats.org/drawingml/2006/main">
              <a:ext uri="{FF2B5EF4-FFF2-40B4-BE49-F238E27FC236}">
                <a16:creationId xmlns:a16="http://schemas.microsoft.com/office/drawing/2014/main" id="{05E095DE-46FC-4F44-8EFE-2AAF5C931E09}"/>
              </a:ext>
            </a:extLst>
          </p:cNvPr>
          <p:cNvSpPr>
            <a:spLocks xmlns:a="http://schemas.openxmlformats.org/drawingml/2006/main" noGrp="1"/>
          </p:cNvSpPr>
          <p:nvPr/>
        </p:nvSpPr>
        <p:spPr>
          <a:xfrm xmlns:a="http://schemas.openxmlformats.org/drawingml/2006/main">
            <a:off x="8096250" y="22860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25" name="map-0-7">
            <a:extLst xmlns:a="http://schemas.openxmlformats.org/drawingml/2006/main">
              <a:ext uri="{FF2B5EF4-FFF2-40B4-BE49-F238E27FC236}">
                <a16:creationId xmlns:a16="http://schemas.microsoft.com/office/drawing/2014/main" id="{BAF837A8-5736-489A-A541-CECCDBF97E57}"/>
              </a:ext>
            </a:extLst>
          </p:cNvPr>
          <p:cNvSpPr>
            <a:spLocks xmlns:a="http://schemas.openxmlformats.org/drawingml/2006/main" noGrp="1"/>
          </p:cNvSpPr>
          <p:nvPr/>
        </p:nvSpPr>
        <p:spPr>
          <a:xfrm xmlns:a="http://schemas.openxmlformats.org/drawingml/2006/main">
            <a:off x="9239250" y="2076450"/>
            <a:ext cx="952500" cy="819150"/>
          </a:xfrm>
          <a:prstGeom xmlns:a="http://schemas.openxmlformats.org/drawingml/2006/main" prst="rect">
            <a:avLst/>
          </a:prstGeom>
          <a:solidFill xmlns:a="http://schemas.openxmlformats.org/drawingml/2006/main">
            <a:srgbClr val="6DCBF4"/>
          </a:solidFill>
          <a:ln xmlns:a="http://schemas.openxmlformats.org/drawingml/2006/main" w="9525">
            <a:solidFill>
              <a:srgbClr val="6DCBF4"/>
            </a:solidFill>
            <a:prstDash val="solid"/>
          </a:ln>
        </p:spPr>
      </p:sp>
      <p:sp>
        <p:nvSpPr>
          <p:cNvPr id="26" name="map-mark-0-7">
            <a:extLst xmlns:a="http://schemas.openxmlformats.org/drawingml/2006/main">
              <a:ext uri="{FF2B5EF4-FFF2-40B4-BE49-F238E27FC236}">
                <a16:creationId xmlns:a16="http://schemas.microsoft.com/office/drawing/2014/main" id="{3C5D3C30-80F1-4B67-A7B5-394B667BD167}"/>
              </a:ext>
            </a:extLst>
          </p:cNvPr>
          <p:cNvSpPr>
            <a:spLocks xmlns:a="http://schemas.openxmlformats.org/drawingml/2006/main" noGrp="1"/>
          </p:cNvSpPr>
          <p:nvPr/>
        </p:nvSpPr>
        <p:spPr>
          <a:xfrm xmlns:a="http://schemas.openxmlformats.org/drawingml/2006/main">
            <a:off x="9239250" y="22860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YES</a:t>
            </a:r>
          </a:p>
        </p:txBody>
      </p:sp>
      <p:sp>
        <p:nvSpPr>
          <p:cNvPr id="27" name="map-label-1">
            <a:extLst xmlns:a="http://schemas.openxmlformats.org/drawingml/2006/main">
              <a:ext uri="{FF2B5EF4-FFF2-40B4-BE49-F238E27FC236}">
                <a16:creationId xmlns:a16="http://schemas.microsoft.com/office/drawing/2014/main" id="{5E23013D-8923-419F-8A9B-B185CA5A6183}"/>
              </a:ext>
            </a:extLst>
          </p:cNvPr>
          <p:cNvSpPr>
            <a:spLocks xmlns:a="http://schemas.openxmlformats.org/drawingml/2006/main" noGrp="1"/>
          </p:cNvSpPr>
          <p:nvPr/>
        </p:nvSpPr>
        <p:spPr>
          <a:xfrm xmlns:a="http://schemas.openxmlformats.org/drawingml/2006/main">
            <a:off x="400050" y="3400425"/>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3D8DFF"/>
                </a:solidFill>
                <a:latin typeface="Helvetica Neue"/>
                <a:ea typeface="Helvetica Neue"/>
                <a:cs typeface="Helvetica Neue"/>
              </a:defRPr>
            </a:pPr>
            <a:r>
              <a:rPr sz="1950" b="1" i="0">
                <a:solidFill>
                  <a:srgbClr val="3D8DFF"/>
                </a:solidFill>
                <a:latin typeface="Helvetica Neue"/>
                <a:ea typeface="Helvetica Neue"/>
                <a:cs typeface="Helvetica Neue"/>
              </a:rPr>
              <a:t>check 2</a:t>
            </a:r>
          </a:p>
        </p:txBody>
      </p:sp>
      <p:sp>
        <p:nvSpPr>
          <p:cNvPr id="28" name="map-1-1">
            <a:extLst xmlns:a="http://schemas.openxmlformats.org/drawingml/2006/main">
              <a:ext uri="{FF2B5EF4-FFF2-40B4-BE49-F238E27FC236}">
                <a16:creationId xmlns:a16="http://schemas.microsoft.com/office/drawing/2014/main" id="{92C8F283-37CF-4423-87B3-51F9B9162C49}"/>
              </a:ext>
            </a:extLst>
          </p:cNvPr>
          <p:cNvSpPr>
            <a:spLocks xmlns:a="http://schemas.openxmlformats.org/drawingml/2006/main" noGrp="1"/>
          </p:cNvSpPr>
          <p:nvPr/>
        </p:nvSpPr>
        <p:spPr>
          <a:xfrm xmlns:a="http://schemas.openxmlformats.org/drawingml/2006/main">
            <a:off x="2381250" y="3143250"/>
            <a:ext cx="952500" cy="8191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29" name="map-mark-1-1">
            <a:extLst xmlns:a="http://schemas.openxmlformats.org/drawingml/2006/main">
              <a:ext uri="{FF2B5EF4-FFF2-40B4-BE49-F238E27FC236}">
                <a16:creationId xmlns:a16="http://schemas.microsoft.com/office/drawing/2014/main" id="{BD732A12-7756-45A5-A825-8E297BA49E2C}"/>
              </a:ext>
            </a:extLst>
          </p:cNvPr>
          <p:cNvSpPr>
            <a:spLocks xmlns:a="http://schemas.openxmlformats.org/drawingml/2006/main" noGrp="1"/>
          </p:cNvSpPr>
          <p:nvPr/>
        </p:nvSpPr>
        <p:spPr>
          <a:xfrm xmlns:a="http://schemas.openxmlformats.org/drawingml/2006/main">
            <a:off x="2381250" y="33528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0" name="map-1-2">
            <a:extLst xmlns:a="http://schemas.openxmlformats.org/drawingml/2006/main">
              <a:ext uri="{FF2B5EF4-FFF2-40B4-BE49-F238E27FC236}">
                <a16:creationId xmlns:a16="http://schemas.microsoft.com/office/drawing/2014/main" id="{BE1548B5-A1E9-4958-A615-49A50A560D99}"/>
              </a:ext>
            </a:extLst>
          </p:cNvPr>
          <p:cNvSpPr>
            <a:spLocks xmlns:a="http://schemas.openxmlformats.org/drawingml/2006/main" noGrp="1"/>
          </p:cNvSpPr>
          <p:nvPr/>
        </p:nvSpPr>
        <p:spPr>
          <a:xfrm xmlns:a="http://schemas.openxmlformats.org/drawingml/2006/main">
            <a:off x="3524250" y="3143250"/>
            <a:ext cx="952500" cy="81915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31" name="map-mark-1-2">
            <a:extLst xmlns:a="http://schemas.openxmlformats.org/drawingml/2006/main">
              <a:ext uri="{FF2B5EF4-FFF2-40B4-BE49-F238E27FC236}">
                <a16:creationId xmlns:a16="http://schemas.microsoft.com/office/drawing/2014/main" id="{6A915C33-058A-45C5-9160-8311C04E309A}"/>
              </a:ext>
            </a:extLst>
          </p:cNvPr>
          <p:cNvSpPr>
            <a:spLocks xmlns:a="http://schemas.openxmlformats.org/drawingml/2006/main" noGrp="1"/>
          </p:cNvSpPr>
          <p:nvPr/>
        </p:nvSpPr>
        <p:spPr>
          <a:xfrm xmlns:a="http://schemas.openxmlformats.org/drawingml/2006/main">
            <a:off x="3524250" y="33528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YES</a:t>
            </a:r>
          </a:p>
        </p:txBody>
      </p:sp>
      <p:sp>
        <p:nvSpPr>
          <p:cNvPr id="32" name="map-1-3">
            <a:extLst xmlns:a="http://schemas.openxmlformats.org/drawingml/2006/main">
              <a:ext uri="{FF2B5EF4-FFF2-40B4-BE49-F238E27FC236}">
                <a16:creationId xmlns:a16="http://schemas.microsoft.com/office/drawing/2014/main" id="{472E8623-F9C8-492B-9F5D-A7A515BA1DB2}"/>
              </a:ext>
            </a:extLst>
          </p:cNvPr>
          <p:cNvSpPr>
            <a:spLocks xmlns:a="http://schemas.openxmlformats.org/drawingml/2006/main" noGrp="1"/>
          </p:cNvSpPr>
          <p:nvPr/>
        </p:nvSpPr>
        <p:spPr>
          <a:xfrm xmlns:a="http://schemas.openxmlformats.org/drawingml/2006/main">
            <a:off x="4667250" y="3143250"/>
            <a:ext cx="952500" cy="81915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33" name="map-mark-1-3">
            <a:extLst xmlns:a="http://schemas.openxmlformats.org/drawingml/2006/main">
              <a:ext uri="{FF2B5EF4-FFF2-40B4-BE49-F238E27FC236}">
                <a16:creationId xmlns:a16="http://schemas.microsoft.com/office/drawing/2014/main" id="{1F5C1C5C-F85D-4531-9D45-3F3520FD19D2}"/>
              </a:ext>
            </a:extLst>
          </p:cNvPr>
          <p:cNvSpPr>
            <a:spLocks xmlns:a="http://schemas.openxmlformats.org/drawingml/2006/main" noGrp="1"/>
          </p:cNvSpPr>
          <p:nvPr/>
        </p:nvSpPr>
        <p:spPr>
          <a:xfrm xmlns:a="http://schemas.openxmlformats.org/drawingml/2006/main">
            <a:off x="4667250" y="33528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YES</a:t>
            </a:r>
          </a:p>
        </p:txBody>
      </p:sp>
      <p:sp>
        <p:nvSpPr>
          <p:cNvPr id="34" name="map-1-4">
            <a:extLst xmlns:a="http://schemas.openxmlformats.org/drawingml/2006/main">
              <a:ext uri="{FF2B5EF4-FFF2-40B4-BE49-F238E27FC236}">
                <a16:creationId xmlns:a16="http://schemas.microsoft.com/office/drawing/2014/main" id="{042CD7D5-B1B5-4689-97AA-0EDC27ED5A50}"/>
              </a:ext>
            </a:extLst>
          </p:cNvPr>
          <p:cNvSpPr>
            <a:spLocks xmlns:a="http://schemas.openxmlformats.org/drawingml/2006/main" noGrp="1"/>
          </p:cNvSpPr>
          <p:nvPr/>
        </p:nvSpPr>
        <p:spPr>
          <a:xfrm xmlns:a="http://schemas.openxmlformats.org/drawingml/2006/main">
            <a:off x="5810250" y="3143250"/>
            <a:ext cx="952500" cy="8191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35" name="map-mark-1-4">
            <a:extLst xmlns:a="http://schemas.openxmlformats.org/drawingml/2006/main">
              <a:ext uri="{FF2B5EF4-FFF2-40B4-BE49-F238E27FC236}">
                <a16:creationId xmlns:a16="http://schemas.microsoft.com/office/drawing/2014/main" id="{5D1CD819-E570-4192-A4BE-2013119F8179}"/>
              </a:ext>
            </a:extLst>
          </p:cNvPr>
          <p:cNvSpPr>
            <a:spLocks xmlns:a="http://schemas.openxmlformats.org/drawingml/2006/main" noGrp="1"/>
          </p:cNvSpPr>
          <p:nvPr/>
        </p:nvSpPr>
        <p:spPr>
          <a:xfrm xmlns:a="http://schemas.openxmlformats.org/drawingml/2006/main">
            <a:off x="5810250" y="33528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6" name="map-1-5">
            <a:extLst xmlns:a="http://schemas.openxmlformats.org/drawingml/2006/main">
              <a:ext uri="{FF2B5EF4-FFF2-40B4-BE49-F238E27FC236}">
                <a16:creationId xmlns:a16="http://schemas.microsoft.com/office/drawing/2014/main" id="{BE93EF91-7667-4CBC-BC58-BE4418A26516}"/>
              </a:ext>
            </a:extLst>
          </p:cNvPr>
          <p:cNvSpPr>
            <a:spLocks xmlns:a="http://schemas.openxmlformats.org/drawingml/2006/main" noGrp="1"/>
          </p:cNvSpPr>
          <p:nvPr/>
        </p:nvSpPr>
        <p:spPr>
          <a:xfrm xmlns:a="http://schemas.openxmlformats.org/drawingml/2006/main">
            <a:off x="6953250" y="3143250"/>
            <a:ext cx="952500" cy="8191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37" name="map-mark-1-5">
            <a:extLst xmlns:a="http://schemas.openxmlformats.org/drawingml/2006/main">
              <a:ext uri="{FF2B5EF4-FFF2-40B4-BE49-F238E27FC236}">
                <a16:creationId xmlns:a16="http://schemas.microsoft.com/office/drawing/2014/main" id="{536B752C-A425-4035-8F4D-CC2A5CC000D9}"/>
              </a:ext>
            </a:extLst>
          </p:cNvPr>
          <p:cNvSpPr>
            <a:spLocks xmlns:a="http://schemas.openxmlformats.org/drawingml/2006/main" noGrp="1"/>
          </p:cNvSpPr>
          <p:nvPr/>
        </p:nvSpPr>
        <p:spPr>
          <a:xfrm xmlns:a="http://schemas.openxmlformats.org/drawingml/2006/main">
            <a:off x="6953250" y="33528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8" name="map-1-6">
            <a:extLst xmlns:a="http://schemas.openxmlformats.org/drawingml/2006/main">
              <a:ext uri="{FF2B5EF4-FFF2-40B4-BE49-F238E27FC236}">
                <a16:creationId xmlns:a16="http://schemas.microsoft.com/office/drawing/2014/main" id="{57BB13B5-97B5-471C-AEC3-C70A6578ECC9}"/>
              </a:ext>
            </a:extLst>
          </p:cNvPr>
          <p:cNvSpPr>
            <a:spLocks xmlns:a="http://schemas.openxmlformats.org/drawingml/2006/main" noGrp="1"/>
          </p:cNvSpPr>
          <p:nvPr/>
        </p:nvSpPr>
        <p:spPr>
          <a:xfrm xmlns:a="http://schemas.openxmlformats.org/drawingml/2006/main">
            <a:off x="8096250" y="3143250"/>
            <a:ext cx="952500" cy="81915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39" name="map-mark-1-6">
            <a:extLst xmlns:a="http://schemas.openxmlformats.org/drawingml/2006/main">
              <a:ext uri="{FF2B5EF4-FFF2-40B4-BE49-F238E27FC236}">
                <a16:creationId xmlns:a16="http://schemas.microsoft.com/office/drawing/2014/main" id="{68E670F3-2334-4539-A804-A77DAA5C0638}"/>
              </a:ext>
            </a:extLst>
          </p:cNvPr>
          <p:cNvSpPr>
            <a:spLocks xmlns:a="http://schemas.openxmlformats.org/drawingml/2006/main" noGrp="1"/>
          </p:cNvSpPr>
          <p:nvPr/>
        </p:nvSpPr>
        <p:spPr>
          <a:xfrm xmlns:a="http://schemas.openxmlformats.org/drawingml/2006/main">
            <a:off x="8096250" y="33528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YES</a:t>
            </a:r>
          </a:p>
        </p:txBody>
      </p:sp>
      <p:sp>
        <p:nvSpPr>
          <p:cNvPr id="40" name="map-1-7">
            <a:extLst xmlns:a="http://schemas.openxmlformats.org/drawingml/2006/main">
              <a:ext uri="{FF2B5EF4-FFF2-40B4-BE49-F238E27FC236}">
                <a16:creationId xmlns:a16="http://schemas.microsoft.com/office/drawing/2014/main" id="{46917F68-002A-4EA1-A40D-F901894A4117}"/>
              </a:ext>
            </a:extLst>
          </p:cNvPr>
          <p:cNvSpPr>
            <a:spLocks xmlns:a="http://schemas.openxmlformats.org/drawingml/2006/main" noGrp="1"/>
          </p:cNvSpPr>
          <p:nvPr/>
        </p:nvSpPr>
        <p:spPr>
          <a:xfrm xmlns:a="http://schemas.openxmlformats.org/drawingml/2006/main">
            <a:off x="9239250" y="3143250"/>
            <a:ext cx="952500" cy="81915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41" name="map-mark-1-7">
            <a:extLst xmlns:a="http://schemas.openxmlformats.org/drawingml/2006/main">
              <a:ext uri="{FF2B5EF4-FFF2-40B4-BE49-F238E27FC236}">
                <a16:creationId xmlns:a16="http://schemas.microsoft.com/office/drawing/2014/main" id="{93822533-EFE6-49A5-9123-384612B5F0F7}"/>
              </a:ext>
            </a:extLst>
          </p:cNvPr>
          <p:cNvSpPr>
            <a:spLocks xmlns:a="http://schemas.openxmlformats.org/drawingml/2006/main" noGrp="1"/>
          </p:cNvSpPr>
          <p:nvPr/>
        </p:nvSpPr>
        <p:spPr>
          <a:xfrm xmlns:a="http://schemas.openxmlformats.org/drawingml/2006/main">
            <a:off x="9239250" y="33528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YES</a:t>
            </a:r>
          </a:p>
        </p:txBody>
      </p:sp>
      <p:sp>
        <p:nvSpPr>
          <p:cNvPr id="42" name="map-label-2">
            <a:extLst xmlns:a="http://schemas.openxmlformats.org/drawingml/2006/main">
              <a:ext uri="{FF2B5EF4-FFF2-40B4-BE49-F238E27FC236}">
                <a16:creationId xmlns:a16="http://schemas.microsoft.com/office/drawing/2014/main" id="{FA97D95F-3483-4D8B-8BFD-1A54B03B9311}"/>
              </a:ext>
            </a:extLst>
          </p:cNvPr>
          <p:cNvSpPr>
            <a:spLocks xmlns:a="http://schemas.openxmlformats.org/drawingml/2006/main" noGrp="1"/>
          </p:cNvSpPr>
          <p:nvPr/>
        </p:nvSpPr>
        <p:spPr>
          <a:xfrm xmlns:a="http://schemas.openxmlformats.org/drawingml/2006/main">
            <a:off x="400050" y="4467225"/>
            <a:ext cx="1619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i="0">
                <a:solidFill>
                  <a:srgbClr val="7B61FF"/>
                </a:solidFill>
                <a:latin typeface="Helvetica Neue"/>
                <a:ea typeface="Helvetica Neue"/>
                <a:cs typeface="Helvetica Neue"/>
              </a:defRPr>
            </a:pPr>
            <a:r>
              <a:rPr sz="1950" b="1" i="0">
                <a:solidFill>
                  <a:srgbClr val="7B61FF"/>
                </a:solidFill>
                <a:latin typeface="Helvetica Neue"/>
                <a:ea typeface="Helvetica Neue"/>
                <a:cs typeface="Helvetica Neue"/>
              </a:rPr>
              <a:t>check 4</a:t>
            </a:r>
          </a:p>
        </p:txBody>
      </p:sp>
      <p:sp>
        <p:nvSpPr>
          <p:cNvPr id="43" name="map-2-1">
            <a:extLst xmlns:a="http://schemas.openxmlformats.org/drawingml/2006/main">
              <a:ext uri="{FF2B5EF4-FFF2-40B4-BE49-F238E27FC236}">
                <a16:creationId xmlns:a16="http://schemas.microsoft.com/office/drawing/2014/main" id="{734DD26B-FF75-4870-9094-964B39B6DF0F}"/>
              </a:ext>
            </a:extLst>
          </p:cNvPr>
          <p:cNvSpPr>
            <a:spLocks xmlns:a="http://schemas.openxmlformats.org/drawingml/2006/main" noGrp="1"/>
          </p:cNvSpPr>
          <p:nvPr/>
        </p:nvSpPr>
        <p:spPr>
          <a:xfrm xmlns:a="http://schemas.openxmlformats.org/drawingml/2006/main">
            <a:off x="2381250" y="4210050"/>
            <a:ext cx="952500" cy="8191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44" name="map-mark-2-1">
            <a:extLst xmlns:a="http://schemas.openxmlformats.org/drawingml/2006/main">
              <a:ext uri="{FF2B5EF4-FFF2-40B4-BE49-F238E27FC236}">
                <a16:creationId xmlns:a16="http://schemas.microsoft.com/office/drawing/2014/main" id="{E98C0C54-56E0-43FA-9F38-4BA3A0DDFA25}"/>
              </a:ext>
            </a:extLst>
          </p:cNvPr>
          <p:cNvSpPr>
            <a:spLocks xmlns:a="http://schemas.openxmlformats.org/drawingml/2006/main" noGrp="1"/>
          </p:cNvSpPr>
          <p:nvPr/>
        </p:nvSpPr>
        <p:spPr>
          <a:xfrm xmlns:a="http://schemas.openxmlformats.org/drawingml/2006/main">
            <a:off x="2381250" y="44196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45" name="map-2-2">
            <a:extLst xmlns:a="http://schemas.openxmlformats.org/drawingml/2006/main">
              <a:ext uri="{FF2B5EF4-FFF2-40B4-BE49-F238E27FC236}">
                <a16:creationId xmlns:a16="http://schemas.microsoft.com/office/drawing/2014/main" id="{20B8DC6F-5A2B-4359-919F-B6694349013D}"/>
              </a:ext>
            </a:extLst>
          </p:cNvPr>
          <p:cNvSpPr>
            <a:spLocks xmlns:a="http://schemas.openxmlformats.org/drawingml/2006/main" noGrp="1"/>
          </p:cNvSpPr>
          <p:nvPr/>
        </p:nvSpPr>
        <p:spPr>
          <a:xfrm xmlns:a="http://schemas.openxmlformats.org/drawingml/2006/main">
            <a:off x="3524250" y="4210050"/>
            <a:ext cx="952500" cy="8191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46" name="map-mark-2-2">
            <a:extLst xmlns:a="http://schemas.openxmlformats.org/drawingml/2006/main">
              <a:ext uri="{FF2B5EF4-FFF2-40B4-BE49-F238E27FC236}">
                <a16:creationId xmlns:a16="http://schemas.microsoft.com/office/drawing/2014/main" id="{536A41BA-0401-4C3D-A007-B33396EC196D}"/>
              </a:ext>
            </a:extLst>
          </p:cNvPr>
          <p:cNvSpPr>
            <a:spLocks xmlns:a="http://schemas.openxmlformats.org/drawingml/2006/main" noGrp="1"/>
          </p:cNvSpPr>
          <p:nvPr/>
        </p:nvSpPr>
        <p:spPr>
          <a:xfrm xmlns:a="http://schemas.openxmlformats.org/drawingml/2006/main">
            <a:off x="3524250" y="44196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47" name="map-2-3">
            <a:extLst xmlns:a="http://schemas.openxmlformats.org/drawingml/2006/main">
              <a:ext uri="{FF2B5EF4-FFF2-40B4-BE49-F238E27FC236}">
                <a16:creationId xmlns:a16="http://schemas.microsoft.com/office/drawing/2014/main" id="{861C278A-CE67-45EF-A207-38657BE5C749}"/>
              </a:ext>
            </a:extLst>
          </p:cNvPr>
          <p:cNvSpPr>
            <a:spLocks xmlns:a="http://schemas.openxmlformats.org/drawingml/2006/main" noGrp="1"/>
          </p:cNvSpPr>
          <p:nvPr/>
        </p:nvSpPr>
        <p:spPr>
          <a:xfrm xmlns:a="http://schemas.openxmlformats.org/drawingml/2006/main">
            <a:off x="4667250" y="4210050"/>
            <a:ext cx="952500" cy="819150"/>
          </a:xfrm>
          <a:prstGeom xmlns:a="http://schemas.openxmlformats.org/drawingml/2006/main" prst="rect">
            <a:avLst/>
          </a:prstGeom>
          <a:solidFill xmlns:a="http://schemas.openxmlformats.org/drawingml/2006/main">
            <a:srgbClr val="F6F7F8"/>
          </a:solidFill>
          <a:ln xmlns:a="http://schemas.openxmlformats.org/drawingml/2006/main" w="9525">
            <a:solidFill>
              <a:srgbClr val="B8BCC4"/>
            </a:solidFill>
            <a:prstDash val="solid"/>
          </a:ln>
        </p:spPr>
      </p:sp>
      <p:sp>
        <p:nvSpPr>
          <p:cNvPr id="48" name="map-mark-2-3">
            <a:extLst xmlns:a="http://schemas.openxmlformats.org/drawingml/2006/main">
              <a:ext uri="{FF2B5EF4-FFF2-40B4-BE49-F238E27FC236}">
                <a16:creationId xmlns:a16="http://schemas.microsoft.com/office/drawing/2014/main" id="{08FBD4ED-108A-414D-AE59-50CF75333149}"/>
              </a:ext>
            </a:extLst>
          </p:cNvPr>
          <p:cNvSpPr>
            <a:spLocks xmlns:a="http://schemas.openxmlformats.org/drawingml/2006/main" noGrp="1"/>
          </p:cNvSpPr>
          <p:nvPr/>
        </p:nvSpPr>
        <p:spPr>
          <a:xfrm xmlns:a="http://schemas.openxmlformats.org/drawingml/2006/main">
            <a:off x="4667250" y="44196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49" name="map-2-4">
            <a:extLst xmlns:a="http://schemas.openxmlformats.org/drawingml/2006/main">
              <a:ext uri="{FF2B5EF4-FFF2-40B4-BE49-F238E27FC236}">
                <a16:creationId xmlns:a16="http://schemas.microsoft.com/office/drawing/2014/main" id="{9E607D4F-3F2C-493D-9E46-B956BA80479A}"/>
              </a:ext>
            </a:extLst>
          </p:cNvPr>
          <p:cNvSpPr>
            <a:spLocks xmlns:a="http://schemas.openxmlformats.org/drawingml/2006/main" noGrp="1"/>
          </p:cNvSpPr>
          <p:nvPr/>
        </p:nvSpPr>
        <p:spPr>
          <a:xfrm xmlns:a="http://schemas.openxmlformats.org/drawingml/2006/main">
            <a:off x="5810250" y="4210050"/>
            <a:ext cx="952500" cy="819150"/>
          </a:xfrm>
          <a:prstGeom xmlns:a="http://schemas.openxmlformats.org/drawingml/2006/main" prst="rect">
            <a:avLst/>
          </a:prstGeom>
          <a:solidFill xmlns:a="http://schemas.openxmlformats.org/drawingml/2006/main">
            <a:srgbClr val="7B61FF"/>
          </a:solidFill>
          <a:ln xmlns:a="http://schemas.openxmlformats.org/drawingml/2006/main" w="9525">
            <a:solidFill>
              <a:srgbClr val="7B61FF"/>
            </a:solidFill>
            <a:prstDash val="solid"/>
          </a:ln>
        </p:spPr>
      </p:sp>
      <p:sp>
        <p:nvSpPr>
          <p:cNvPr id="50" name="map-mark-2-4">
            <a:extLst xmlns:a="http://schemas.openxmlformats.org/drawingml/2006/main">
              <a:ext uri="{FF2B5EF4-FFF2-40B4-BE49-F238E27FC236}">
                <a16:creationId xmlns:a16="http://schemas.microsoft.com/office/drawing/2014/main" id="{9D1DF922-306A-4B50-86C5-AF522FDB0020}"/>
              </a:ext>
            </a:extLst>
          </p:cNvPr>
          <p:cNvSpPr>
            <a:spLocks xmlns:a="http://schemas.openxmlformats.org/drawingml/2006/main" noGrp="1"/>
          </p:cNvSpPr>
          <p:nvPr/>
        </p:nvSpPr>
        <p:spPr>
          <a:xfrm xmlns:a="http://schemas.openxmlformats.org/drawingml/2006/main">
            <a:off x="5810250" y="44196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YES</a:t>
            </a:r>
          </a:p>
        </p:txBody>
      </p:sp>
      <p:sp>
        <p:nvSpPr>
          <p:cNvPr id="51" name="map-2-5">
            <a:extLst xmlns:a="http://schemas.openxmlformats.org/drawingml/2006/main">
              <a:ext uri="{FF2B5EF4-FFF2-40B4-BE49-F238E27FC236}">
                <a16:creationId xmlns:a16="http://schemas.microsoft.com/office/drawing/2014/main" id="{0F12BDAD-7F30-4BB2-AD03-4A7CB29512D7}"/>
              </a:ext>
            </a:extLst>
          </p:cNvPr>
          <p:cNvSpPr>
            <a:spLocks xmlns:a="http://schemas.openxmlformats.org/drawingml/2006/main" noGrp="1"/>
          </p:cNvSpPr>
          <p:nvPr/>
        </p:nvSpPr>
        <p:spPr>
          <a:xfrm xmlns:a="http://schemas.openxmlformats.org/drawingml/2006/main">
            <a:off x="6953250" y="4210050"/>
            <a:ext cx="952500" cy="819150"/>
          </a:xfrm>
          <a:prstGeom xmlns:a="http://schemas.openxmlformats.org/drawingml/2006/main" prst="rect">
            <a:avLst/>
          </a:prstGeom>
          <a:solidFill xmlns:a="http://schemas.openxmlformats.org/drawingml/2006/main">
            <a:srgbClr val="7B61FF"/>
          </a:solidFill>
          <a:ln xmlns:a="http://schemas.openxmlformats.org/drawingml/2006/main" w="9525">
            <a:solidFill>
              <a:srgbClr val="7B61FF"/>
            </a:solidFill>
            <a:prstDash val="solid"/>
          </a:ln>
        </p:spPr>
      </p:sp>
      <p:sp>
        <p:nvSpPr>
          <p:cNvPr id="52" name="map-mark-2-5">
            <a:extLst xmlns:a="http://schemas.openxmlformats.org/drawingml/2006/main">
              <a:ext uri="{FF2B5EF4-FFF2-40B4-BE49-F238E27FC236}">
                <a16:creationId xmlns:a16="http://schemas.microsoft.com/office/drawing/2014/main" id="{7499A1B6-E8BD-489D-B6F7-6756326C88F8}"/>
              </a:ext>
            </a:extLst>
          </p:cNvPr>
          <p:cNvSpPr>
            <a:spLocks xmlns:a="http://schemas.openxmlformats.org/drawingml/2006/main" noGrp="1"/>
          </p:cNvSpPr>
          <p:nvPr/>
        </p:nvSpPr>
        <p:spPr>
          <a:xfrm xmlns:a="http://schemas.openxmlformats.org/drawingml/2006/main">
            <a:off x="6953250" y="44196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YES</a:t>
            </a:r>
          </a:p>
        </p:txBody>
      </p:sp>
      <p:sp>
        <p:nvSpPr>
          <p:cNvPr id="53" name="map-2-6">
            <a:extLst xmlns:a="http://schemas.openxmlformats.org/drawingml/2006/main">
              <a:ext uri="{FF2B5EF4-FFF2-40B4-BE49-F238E27FC236}">
                <a16:creationId xmlns:a16="http://schemas.microsoft.com/office/drawing/2014/main" id="{8680301D-7C2F-4CE2-8B3B-003CDC9BC264}"/>
              </a:ext>
            </a:extLst>
          </p:cNvPr>
          <p:cNvSpPr>
            <a:spLocks xmlns:a="http://schemas.openxmlformats.org/drawingml/2006/main" noGrp="1"/>
          </p:cNvSpPr>
          <p:nvPr/>
        </p:nvSpPr>
        <p:spPr>
          <a:xfrm xmlns:a="http://schemas.openxmlformats.org/drawingml/2006/main">
            <a:off x="8096250" y="4210050"/>
            <a:ext cx="952500" cy="819150"/>
          </a:xfrm>
          <a:prstGeom xmlns:a="http://schemas.openxmlformats.org/drawingml/2006/main" prst="rect">
            <a:avLst/>
          </a:prstGeom>
          <a:solidFill xmlns:a="http://schemas.openxmlformats.org/drawingml/2006/main">
            <a:srgbClr val="7B61FF"/>
          </a:solidFill>
          <a:ln xmlns:a="http://schemas.openxmlformats.org/drawingml/2006/main" w="9525">
            <a:solidFill>
              <a:srgbClr val="7B61FF"/>
            </a:solidFill>
            <a:prstDash val="solid"/>
          </a:ln>
        </p:spPr>
      </p:sp>
      <p:sp>
        <p:nvSpPr>
          <p:cNvPr id="54" name="map-mark-2-6">
            <a:extLst xmlns:a="http://schemas.openxmlformats.org/drawingml/2006/main">
              <a:ext uri="{FF2B5EF4-FFF2-40B4-BE49-F238E27FC236}">
                <a16:creationId xmlns:a16="http://schemas.microsoft.com/office/drawing/2014/main" id="{FEA9B05E-2FCA-4A0B-AC4A-A268C358E378}"/>
              </a:ext>
            </a:extLst>
          </p:cNvPr>
          <p:cNvSpPr>
            <a:spLocks xmlns:a="http://schemas.openxmlformats.org/drawingml/2006/main" noGrp="1"/>
          </p:cNvSpPr>
          <p:nvPr/>
        </p:nvSpPr>
        <p:spPr>
          <a:xfrm xmlns:a="http://schemas.openxmlformats.org/drawingml/2006/main">
            <a:off x="8096250" y="44196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YES</a:t>
            </a:r>
          </a:p>
        </p:txBody>
      </p:sp>
      <p:sp>
        <p:nvSpPr>
          <p:cNvPr id="55" name="map-2-7">
            <a:extLst xmlns:a="http://schemas.openxmlformats.org/drawingml/2006/main">
              <a:ext uri="{FF2B5EF4-FFF2-40B4-BE49-F238E27FC236}">
                <a16:creationId xmlns:a16="http://schemas.microsoft.com/office/drawing/2014/main" id="{6F245023-BF07-43C1-BB15-223E7F78DB99}"/>
              </a:ext>
            </a:extLst>
          </p:cNvPr>
          <p:cNvSpPr>
            <a:spLocks xmlns:a="http://schemas.openxmlformats.org/drawingml/2006/main" noGrp="1"/>
          </p:cNvSpPr>
          <p:nvPr/>
        </p:nvSpPr>
        <p:spPr>
          <a:xfrm xmlns:a="http://schemas.openxmlformats.org/drawingml/2006/main">
            <a:off x="9239250" y="4210050"/>
            <a:ext cx="952500" cy="819150"/>
          </a:xfrm>
          <a:prstGeom xmlns:a="http://schemas.openxmlformats.org/drawingml/2006/main" prst="rect">
            <a:avLst/>
          </a:prstGeom>
          <a:solidFill xmlns:a="http://schemas.openxmlformats.org/drawingml/2006/main">
            <a:srgbClr val="7B61FF"/>
          </a:solidFill>
          <a:ln xmlns:a="http://schemas.openxmlformats.org/drawingml/2006/main" w="9525">
            <a:solidFill>
              <a:srgbClr val="7B61FF"/>
            </a:solidFill>
            <a:prstDash val="solid"/>
          </a:ln>
        </p:spPr>
      </p:sp>
      <p:sp>
        <p:nvSpPr>
          <p:cNvPr id="56" name="map-mark-2-7">
            <a:extLst xmlns:a="http://schemas.openxmlformats.org/drawingml/2006/main">
              <a:ext uri="{FF2B5EF4-FFF2-40B4-BE49-F238E27FC236}">
                <a16:creationId xmlns:a16="http://schemas.microsoft.com/office/drawing/2014/main" id="{B9709B1A-29FB-4BBA-BD13-A81758B42F66}"/>
              </a:ext>
            </a:extLst>
          </p:cNvPr>
          <p:cNvSpPr>
            <a:spLocks xmlns:a="http://schemas.openxmlformats.org/drawingml/2006/main" noGrp="1"/>
          </p:cNvSpPr>
          <p:nvPr/>
        </p:nvSpPr>
        <p:spPr>
          <a:xfrm xmlns:a="http://schemas.openxmlformats.org/drawingml/2006/main">
            <a:off x="9239250" y="4419600"/>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i="0">
                <a:solidFill>
                  <a:srgbClr val="FFFFFF"/>
                </a:solidFill>
                <a:latin typeface="Helvetica Neue"/>
                <a:ea typeface="Helvetica Neue"/>
                <a:cs typeface="Helvetica Neue"/>
              </a:defRPr>
            </a:pPr>
            <a:r>
              <a:rPr sz="1500" b="1" i="0">
                <a:solidFill>
                  <a:srgbClr val="FFFFFF"/>
                </a:solidFill>
                <a:latin typeface="Helvetica Neue"/>
                <a:ea typeface="Helvetica Neue"/>
                <a:cs typeface="Helvetica Neue"/>
              </a:rPr>
              <a:t>YES</a:t>
            </a:r>
          </a:p>
        </p:txBody>
      </p:sp>
      <p:sp>
        <p:nvSpPr>
          <p:cNvPr id="57" name="text">
            <a:extLst xmlns:a="http://schemas.openxmlformats.org/drawingml/2006/main">
              <a:ext uri="{FF2B5EF4-FFF2-40B4-BE49-F238E27FC236}">
                <a16:creationId xmlns:a16="http://schemas.microsoft.com/office/drawing/2014/main" id="{0D1E91A2-1A77-46B8-A33A-F64F9920D0C7}"/>
              </a:ext>
            </a:extLst>
          </p:cNvPr>
          <p:cNvSpPr>
            <a:spLocks xmlns:a="http://schemas.openxmlformats.org/drawingml/2006/main" noGrp="1"/>
          </p:cNvSpPr>
          <p:nvPr/>
        </p:nvSpPr>
        <p:spPr>
          <a:xfrm xmlns:a="http://schemas.openxmlformats.org/drawingml/2006/main">
            <a:off x="1219200" y="5562600"/>
            <a:ext cx="9753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00" b="1" i="0">
                <a:solidFill>
                  <a:srgbClr val="000000"/>
                </a:solidFill>
                <a:latin typeface="Helvetica Neue"/>
                <a:ea typeface="Helvetica Neue"/>
                <a:cs typeface="Helvetica Neue"/>
              </a:defRPr>
            </a:pPr>
            <a:r>
              <a:rPr sz="1800" b="1" i="0">
                <a:solidFill>
                  <a:srgbClr val="000000"/>
                </a:solidFill>
                <a:latin typeface="Helvetica Neue"/>
                <a:ea typeface="Helvetica Neue"/>
                <a:cs typeface="Helvetica Neue"/>
              </a:rPr>
              <a:t>Question 1 asks about positions whose 1s digit is 1; question 2 uses the 2s digit; question 4 uses the 4s digit.</a:t>
            </a:r>
          </a:p>
        </p:txBody>
      </p:sp>
    </p:spTree>
    <p:extLst>
      <p:ext uri="{BB962C8B-B14F-4D97-AF65-F5344CB8AC3E}">
        <p14:creationId xmlns:p14="http://schemas.microsoft.com/office/powerpoint/2010/main" val="89906871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ection-9">
            <a:extLst xmlns:a="http://schemas.openxmlformats.org/drawingml/2006/main">
              <a:ext uri="{FF2B5EF4-FFF2-40B4-BE49-F238E27FC236}">
                <a16:creationId xmlns:a16="http://schemas.microsoft.com/office/drawing/2014/main" id="{2E69E06B-379F-412C-A0AE-23500C308F61}"/>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HUMAN ADDRESS GAME</a:t>
            </a:r>
          </a:p>
        </p:txBody>
      </p:sp>
      <p:sp>
        <p:nvSpPr>
          <p:cNvPr id="2" name="title-9">
            <a:extLst xmlns:a="http://schemas.openxmlformats.org/drawingml/2006/main">
              <a:ext uri="{FF2B5EF4-FFF2-40B4-BE49-F238E27FC236}">
                <a16:creationId xmlns:a16="http://schemas.microsoft.com/office/drawing/2014/main" id="{7C0D6608-D0C0-40C6-B27C-EBC38E8F670D}"/>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000000"/>
                </a:solidFill>
                <a:latin typeface="Helvetica Neue"/>
                <a:ea typeface="Helvetica Neue"/>
                <a:cs typeface="Helvetica Neue"/>
              </a:defRPr>
            </a:pPr>
            <a:r>
              <a:rPr sz="3450" b="1" i="0">
                <a:solidFill>
                  <a:srgbClr val="000000"/>
                </a:solidFill>
                <a:latin typeface="Helvetica Neue"/>
                <a:ea typeface="Helvetica Neue"/>
                <a:cs typeface="Helvetica Neue"/>
              </a:rPr>
              <a:t>Three questions can locate someone you cannot see</a:t>
            </a:r>
          </a:p>
        </p:txBody>
      </p:sp>
      <p:cxnSp>
        <p:nvCxnSpPr>
          <p:cNvPr id="20"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9">
            <a:extLst xmlns:a="http://schemas.openxmlformats.org/drawingml/2006/main">
              <a:ext uri="{FF2B5EF4-FFF2-40B4-BE49-F238E27FC236}">
                <a16:creationId xmlns:a16="http://schemas.microsoft.com/office/drawing/2014/main" id="{BF17DFB5-1D42-41D6-9AD1-33847A9CD3C7}"/>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09</a:t>
            </a:r>
          </a:p>
        </p:txBody>
      </p:sp>
      <p:sp>
        <p:nvSpPr>
          <p:cNvPr id="5" name="text">
            <a:extLst xmlns:a="http://schemas.openxmlformats.org/drawingml/2006/main">
              <a:ext uri="{FF2B5EF4-FFF2-40B4-BE49-F238E27FC236}">
                <a16:creationId xmlns:a16="http://schemas.microsoft.com/office/drawing/2014/main" id="{E811A223-5284-4CFE-B130-C5D6074F45DC}"/>
              </a:ext>
            </a:extLst>
          </p:cNvPr>
          <p:cNvSpPr>
            <a:spLocks xmlns:a="http://schemas.openxmlformats.org/drawingml/2006/main" noGrp="1"/>
          </p:cNvSpPr>
          <p:nvPr/>
        </p:nvSpPr>
        <p:spPr>
          <a:xfrm xmlns:a="http://schemas.openxmlformats.org/drawingml/2006/main">
            <a:off x="714375" y="2066925"/>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i="0">
                <a:solidFill>
                  <a:srgbClr val="000000"/>
                </a:solidFill>
                <a:latin typeface="Helvetica Neue"/>
                <a:ea typeface="Helvetica Neue"/>
                <a:cs typeface="Helvetica Neue"/>
              </a:defRPr>
            </a:pPr>
            <a:r>
              <a:rPr sz="2700" b="1" i="0">
                <a:solidFill>
                  <a:srgbClr val="000000"/>
                </a:solidFill>
                <a:latin typeface="Helvetica Neue"/>
                <a:ea typeface="Helvetica Neue"/>
                <a:cs typeface="Helvetica Neue"/>
              </a:rPr>
              <a:t>Secret position: 6</a:t>
            </a:r>
          </a:p>
        </p:txBody>
      </p:sp>
      <p:sp>
        <p:nvSpPr>
          <p:cNvPr id="6" name="box">
            <a:extLst xmlns:a="http://schemas.openxmlformats.org/drawingml/2006/main">
              <a:ext uri="{FF2B5EF4-FFF2-40B4-BE49-F238E27FC236}">
                <a16:creationId xmlns:a16="http://schemas.microsoft.com/office/drawing/2014/main" id="{0AC03F83-47FE-4C4E-B6EA-10C9CE0BFF8E}"/>
              </a:ext>
            </a:extLst>
          </p:cNvPr>
          <p:cNvSpPr>
            <a:spLocks xmlns:a="http://schemas.openxmlformats.org/drawingml/2006/main" noGrp="1"/>
          </p:cNvSpPr>
          <p:nvPr/>
        </p:nvSpPr>
        <p:spPr>
          <a:xfrm xmlns:a="http://schemas.openxmlformats.org/drawingml/2006/main">
            <a:off x="790575" y="2876550"/>
            <a:ext cx="2238375" cy="2238375"/>
          </a:xfrm>
          <a:prstGeom xmlns:a="http://schemas.openxmlformats.org/drawingml/2006/main" prst="roundRect">
            <a:avLst>
              <a:gd name="adj" fmla="val 5106"/>
            </a:avLst>
          </a:prstGeom>
          <a:solidFill xmlns:a="http://schemas.openxmlformats.org/drawingml/2006/main">
            <a:srgbClr val="071A3A"/>
          </a:solidFill>
          <a:ln xmlns:a="http://schemas.openxmlformats.org/drawingml/2006/main" w="9525">
            <a:solidFill>
              <a:srgbClr val="071A3A"/>
            </a:solidFill>
            <a:prstDash val="solid"/>
          </a:ln>
        </p:spPr>
      </p:sp>
      <p:sp>
        <p:nvSpPr>
          <p:cNvPr id="7" name="text">
            <a:extLst xmlns:a="http://schemas.openxmlformats.org/drawingml/2006/main">
              <a:ext uri="{FF2B5EF4-FFF2-40B4-BE49-F238E27FC236}">
                <a16:creationId xmlns:a16="http://schemas.microsoft.com/office/drawing/2014/main" id="{C065389E-4B15-4365-B834-ED0FE1DAB642}"/>
              </a:ext>
            </a:extLst>
          </p:cNvPr>
          <p:cNvSpPr>
            <a:spLocks xmlns:a="http://schemas.openxmlformats.org/drawingml/2006/main" noGrp="1"/>
          </p:cNvSpPr>
          <p:nvPr/>
        </p:nvSpPr>
        <p:spPr>
          <a:xfrm xmlns:a="http://schemas.openxmlformats.org/drawingml/2006/main">
            <a:off x="790575" y="3276600"/>
            <a:ext cx="2238375"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6900" b="1" i="0">
                <a:solidFill>
                  <a:srgbClr val="FFFFFF"/>
                </a:solidFill>
                <a:latin typeface="Helvetica Neue"/>
                <a:ea typeface="Helvetica Neue"/>
                <a:cs typeface="Helvetica Neue"/>
              </a:defRPr>
            </a:pPr>
            <a:r>
              <a:rPr sz="6900" b="1" i="0">
                <a:solidFill>
                  <a:srgbClr val="FFFFFF"/>
                </a:solidFill>
                <a:latin typeface="Helvetica Neue"/>
                <a:ea typeface="Helvetica Neue"/>
                <a:cs typeface="Helvetica Neue"/>
              </a:rPr>
              <a:t>6</a:t>
            </a:r>
          </a:p>
        </p:txBody>
      </p:sp>
      <p:sp>
        <p:nvSpPr>
          <p:cNvPr id="8" name="text">
            <a:extLst xmlns:a="http://schemas.openxmlformats.org/drawingml/2006/main">
              <a:ext uri="{FF2B5EF4-FFF2-40B4-BE49-F238E27FC236}">
                <a16:creationId xmlns:a16="http://schemas.microsoft.com/office/drawing/2014/main" id="{8D45BB48-4372-4872-8203-81347886D890}"/>
              </a:ext>
            </a:extLst>
          </p:cNvPr>
          <p:cNvSpPr>
            <a:spLocks xmlns:a="http://schemas.openxmlformats.org/drawingml/2006/main" noGrp="1"/>
          </p:cNvSpPr>
          <p:nvPr/>
        </p:nvSpPr>
        <p:spPr>
          <a:xfrm xmlns:a="http://schemas.openxmlformats.org/drawingml/2006/main">
            <a:off x="742950" y="225742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i="0">
                <a:solidFill>
                  <a:srgbClr val="6DCBF4"/>
                </a:solidFill>
                <a:latin typeface="Helvetica Neue"/>
                <a:ea typeface="Helvetica Neue"/>
                <a:cs typeface="Helvetica Neue"/>
              </a:defRPr>
            </a:pPr>
            <a:r>
              <a:rPr sz="2175" b="1" i="0">
                <a:solidFill>
                  <a:srgbClr val="6DCBF4"/>
                </a:solidFill>
                <a:latin typeface="Helvetica Neue"/>
                <a:ea typeface="Helvetica Neue"/>
                <a:cs typeface="Helvetica Neue"/>
              </a:rPr>
              <a:t>question 1</a:t>
            </a:r>
          </a:p>
        </p:txBody>
      </p:sp>
      <p:cxnSp>
        <p:nvCxnSpPr>
          <p:cNvPr id="26" name=""/>
          <p:cNvCxnSpPr/>
          <p:nvPr/>
        </p:nvCxnSpPr>
        <p:spPr>
          <a:xfrm xmlns:a="http://schemas.openxmlformats.org/drawingml/2006/main">
            <a:off x="3476625" y="2495550"/>
            <a:ext cx="952500" cy="953"/>
          </a:xfrm>
          <a:prstGeom xmlns:a="http://schemas.openxmlformats.org/drawingml/2006/main" prst="straightConnector1">
            <a:avLst/>
          </a:prstGeom>
          <a:ln xmlns:a="http://schemas.openxmlformats.org/drawingml/2006/main" w="28575">
            <a:solidFill>
              <a:srgbClr val="6DCBF4"/>
            </a:solidFill>
            <a:prstDash val="solid"/>
          </a:ln>
        </p:spPr>
      </p:cxnSp>
      <p:sp>
        <p:nvSpPr>
          <p:cNvPr id="10" name="text">
            <a:extLst xmlns:a="http://schemas.openxmlformats.org/drawingml/2006/main">
              <a:ext uri="{FF2B5EF4-FFF2-40B4-BE49-F238E27FC236}">
                <a16:creationId xmlns:a16="http://schemas.microsoft.com/office/drawing/2014/main" id="{9EE9C911-E8EA-4822-A02C-81209C580C4A}"/>
              </a:ext>
            </a:extLst>
          </p:cNvPr>
          <p:cNvSpPr>
            <a:spLocks xmlns:a="http://schemas.openxmlformats.org/drawingml/2006/main" noGrp="1"/>
          </p:cNvSpPr>
          <p:nvPr/>
        </p:nvSpPr>
        <p:spPr>
          <a:xfrm xmlns:a="http://schemas.openxmlformats.org/drawingml/2006/main">
            <a:off x="4762500" y="2219325"/>
            <a:ext cx="619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158F63"/>
                </a:solidFill>
                <a:latin typeface="Helvetica Neue"/>
                <a:ea typeface="Helvetica Neue"/>
                <a:cs typeface="Helvetica Neue"/>
              </a:defRPr>
            </a:pPr>
            <a:r>
              <a:rPr sz="2550" b="1" i="0">
                <a:solidFill>
                  <a:srgbClr val="158F63"/>
                </a:solidFill>
                <a:latin typeface="Helvetica Neue"/>
                <a:ea typeface="Helvetica Neue"/>
                <a:cs typeface="Helvetica Neue"/>
              </a:rPr>
              <a:t>NO</a:t>
            </a:r>
          </a:p>
        </p:txBody>
      </p:sp>
      <p:sp>
        <p:nvSpPr>
          <p:cNvPr id="11" name="text">
            <a:extLst xmlns:a="http://schemas.openxmlformats.org/drawingml/2006/main">
              <a:ext uri="{FF2B5EF4-FFF2-40B4-BE49-F238E27FC236}">
                <a16:creationId xmlns:a16="http://schemas.microsoft.com/office/drawing/2014/main" id="{2BCD7D7E-7A44-455A-B5DF-BEBB1ADB631D}"/>
              </a:ext>
            </a:extLst>
          </p:cNvPr>
          <p:cNvSpPr>
            <a:spLocks xmlns:a="http://schemas.openxmlformats.org/drawingml/2006/main" noGrp="1"/>
          </p:cNvSpPr>
          <p:nvPr/>
        </p:nvSpPr>
        <p:spPr>
          <a:xfrm xmlns:a="http://schemas.openxmlformats.org/drawingml/2006/main">
            <a:off x="742950" y="332422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i="0">
                <a:solidFill>
                  <a:srgbClr val="3D8DFF"/>
                </a:solidFill>
                <a:latin typeface="Helvetica Neue"/>
                <a:ea typeface="Helvetica Neue"/>
                <a:cs typeface="Helvetica Neue"/>
              </a:defRPr>
            </a:pPr>
            <a:r>
              <a:rPr sz="2175" b="1" i="0">
                <a:solidFill>
                  <a:srgbClr val="3D8DFF"/>
                </a:solidFill>
                <a:latin typeface="Helvetica Neue"/>
                <a:ea typeface="Helvetica Neue"/>
                <a:cs typeface="Helvetica Neue"/>
              </a:rPr>
              <a:t>question 2</a:t>
            </a:r>
          </a:p>
        </p:txBody>
      </p:sp>
      <p:cxnSp>
        <p:nvCxnSpPr>
          <p:cNvPr id="29" name=""/>
          <p:cNvCxnSpPr/>
          <p:nvPr/>
        </p:nvCxnSpPr>
        <p:spPr>
          <a:xfrm xmlns:a="http://schemas.openxmlformats.org/drawingml/2006/main">
            <a:off x="3476625" y="3562350"/>
            <a:ext cx="952500" cy="953"/>
          </a:xfrm>
          <a:prstGeom xmlns:a="http://schemas.openxmlformats.org/drawingml/2006/main" prst="straightConnector1">
            <a:avLst/>
          </a:prstGeom>
          <a:ln xmlns:a="http://schemas.openxmlformats.org/drawingml/2006/main" w="28575">
            <a:solidFill>
              <a:srgbClr val="3D8DFF"/>
            </a:solidFill>
            <a:prstDash val="solid"/>
          </a:ln>
        </p:spPr>
      </p:cxnSp>
      <p:sp>
        <p:nvSpPr>
          <p:cNvPr id="13" name="text">
            <a:extLst xmlns:a="http://schemas.openxmlformats.org/drawingml/2006/main">
              <a:ext uri="{FF2B5EF4-FFF2-40B4-BE49-F238E27FC236}">
                <a16:creationId xmlns:a16="http://schemas.microsoft.com/office/drawing/2014/main" id="{9CE99911-5D5B-46CC-A22D-9DB22F2978E1}"/>
              </a:ext>
            </a:extLst>
          </p:cNvPr>
          <p:cNvSpPr>
            <a:spLocks xmlns:a="http://schemas.openxmlformats.org/drawingml/2006/main" noGrp="1"/>
          </p:cNvSpPr>
          <p:nvPr/>
        </p:nvSpPr>
        <p:spPr>
          <a:xfrm xmlns:a="http://schemas.openxmlformats.org/drawingml/2006/main">
            <a:off x="4762500" y="3286125"/>
            <a:ext cx="619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FF625E"/>
                </a:solidFill>
                <a:latin typeface="Helvetica Neue"/>
                <a:ea typeface="Helvetica Neue"/>
                <a:cs typeface="Helvetica Neue"/>
              </a:defRPr>
            </a:pPr>
            <a:r>
              <a:rPr sz="2550" b="1" i="0">
                <a:solidFill>
                  <a:srgbClr val="FF625E"/>
                </a:solidFill>
                <a:latin typeface="Helvetica Neue"/>
                <a:ea typeface="Helvetica Neue"/>
                <a:cs typeface="Helvetica Neue"/>
              </a:rPr>
              <a:t>YES</a:t>
            </a:r>
          </a:p>
        </p:txBody>
      </p:sp>
      <p:sp>
        <p:nvSpPr>
          <p:cNvPr id="14" name="text">
            <a:extLst xmlns:a="http://schemas.openxmlformats.org/drawingml/2006/main">
              <a:ext uri="{FF2B5EF4-FFF2-40B4-BE49-F238E27FC236}">
                <a16:creationId xmlns:a16="http://schemas.microsoft.com/office/drawing/2014/main" id="{3FB8EF8C-176B-4B6C-A206-C0CA7B2CBB75}"/>
              </a:ext>
            </a:extLst>
          </p:cNvPr>
          <p:cNvSpPr>
            <a:spLocks xmlns:a="http://schemas.openxmlformats.org/drawingml/2006/main" noGrp="1"/>
          </p:cNvSpPr>
          <p:nvPr/>
        </p:nvSpPr>
        <p:spPr>
          <a:xfrm xmlns:a="http://schemas.openxmlformats.org/drawingml/2006/main">
            <a:off x="742950" y="4391025"/>
            <a:ext cx="247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i="0">
                <a:solidFill>
                  <a:srgbClr val="7B61FF"/>
                </a:solidFill>
                <a:latin typeface="Helvetica Neue"/>
                <a:ea typeface="Helvetica Neue"/>
                <a:cs typeface="Helvetica Neue"/>
              </a:defRPr>
            </a:pPr>
            <a:r>
              <a:rPr sz="2175" b="1" i="0">
                <a:solidFill>
                  <a:srgbClr val="7B61FF"/>
                </a:solidFill>
                <a:latin typeface="Helvetica Neue"/>
                <a:ea typeface="Helvetica Neue"/>
                <a:cs typeface="Helvetica Neue"/>
              </a:rPr>
              <a:t>question 4</a:t>
            </a:r>
          </a:p>
        </p:txBody>
      </p:sp>
      <p:cxnSp>
        <p:nvCxnSpPr>
          <p:cNvPr id="32" name=""/>
          <p:cNvCxnSpPr/>
          <p:nvPr/>
        </p:nvCxnSpPr>
        <p:spPr>
          <a:xfrm xmlns:a="http://schemas.openxmlformats.org/drawingml/2006/main">
            <a:off x="3476625" y="4629150"/>
            <a:ext cx="952500" cy="953"/>
          </a:xfrm>
          <a:prstGeom xmlns:a="http://schemas.openxmlformats.org/drawingml/2006/main" prst="straightConnector1">
            <a:avLst/>
          </a:prstGeom>
          <a:ln xmlns:a="http://schemas.openxmlformats.org/drawingml/2006/main" w="28575">
            <a:solidFill>
              <a:srgbClr val="7B61FF"/>
            </a:solidFill>
            <a:prstDash val="solid"/>
          </a:ln>
        </p:spPr>
      </p:cxnSp>
      <p:sp>
        <p:nvSpPr>
          <p:cNvPr id="16" name="text">
            <a:extLst xmlns:a="http://schemas.openxmlformats.org/drawingml/2006/main">
              <a:ext uri="{FF2B5EF4-FFF2-40B4-BE49-F238E27FC236}">
                <a16:creationId xmlns:a16="http://schemas.microsoft.com/office/drawing/2014/main" id="{515DCABC-E0FD-47BA-BFB9-B7E6BBB6AC5F}"/>
              </a:ext>
            </a:extLst>
          </p:cNvPr>
          <p:cNvSpPr>
            <a:spLocks xmlns:a="http://schemas.openxmlformats.org/drawingml/2006/main" noGrp="1"/>
          </p:cNvSpPr>
          <p:nvPr/>
        </p:nvSpPr>
        <p:spPr>
          <a:xfrm xmlns:a="http://schemas.openxmlformats.org/drawingml/2006/main">
            <a:off x="4762500" y="4352925"/>
            <a:ext cx="619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i="0">
                <a:solidFill>
                  <a:srgbClr val="FF625E"/>
                </a:solidFill>
                <a:latin typeface="Helvetica Neue"/>
                <a:ea typeface="Helvetica Neue"/>
                <a:cs typeface="Helvetica Neue"/>
              </a:defRPr>
            </a:pPr>
            <a:r>
              <a:rPr sz="2550" b="1" i="0">
                <a:solidFill>
                  <a:srgbClr val="FF625E"/>
                </a:solidFill>
                <a:latin typeface="Helvetica Neue"/>
                <a:ea typeface="Helvetica Neue"/>
                <a:cs typeface="Helvetica Neue"/>
              </a:rPr>
              <a:t>YES</a:t>
            </a:r>
          </a:p>
        </p:txBody>
      </p:sp>
      <p:sp>
        <p:nvSpPr>
          <p:cNvPr id="17" name="text">
            <a:extLst xmlns:a="http://schemas.openxmlformats.org/drawingml/2006/main">
              <a:ext uri="{FF2B5EF4-FFF2-40B4-BE49-F238E27FC236}">
                <a16:creationId xmlns:a16="http://schemas.microsoft.com/office/drawing/2014/main" id="{14C8F087-498B-43BB-8066-6CCD511D4E3A}"/>
              </a:ext>
            </a:extLst>
          </p:cNvPr>
          <p:cNvSpPr>
            <a:spLocks xmlns:a="http://schemas.openxmlformats.org/drawingml/2006/main" noGrp="1"/>
          </p:cNvSpPr>
          <p:nvPr/>
        </p:nvSpPr>
        <p:spPr>
          <a:xfrm xmlns:a="http://schemas.openxmlformats.org/drawingml/2006/main">
            <a:off x="3905250" y="546735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i="0">
                <a:solidFill>
                  <a:srgbClr val="000000"/>
                </a:solidFill>
                <a:latin typeface="Helvetica Neue"/>
                <a:ea typeface="Helvetica Neue"/>
                <a:cs typeface="Helvetica Neue"/>
              </a:defRPr>
            </a:pPr>
            <a:r>
              <a:rPr sz="2400" b="1" i="0">
                <a:solidFill>
                  <a:srgbClr val="000000"/>
                </a:solidFill>
                <a:latin typeface="Helvetica Neue"/>
                <a:ea typeface="Helvetica Neue"/>
                <a:cs typeface="Helvetica Neue"/>
              </a:rPr>
              <a:t>NO, YES, YES → 0 + 2 + 4 = 6</a:t>
            </a:r>
          </a:p>
        </p:txBody>
      </p:sp>
    </p:spTree>
    <p:extLst>
      <p:ext uri="{BB962C8B-B14F-4D97-AF65-F5344CB8AC3E}">
        <p14:creationId xmlns:p14="http://schemas.microsoft.com/office/powerpoint/2010/main" val="112855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10">
            <a:extLst xmlns:a="http://schemas.openxmlformats.org/drawingml/2006/main">
              <a:ext uri="{FF2B5EF4-FFF2-40B4-BE49-F238E27FC236}">
                <a16:creationId xmlns:a16="http://schemas.microsoft.com/office/drawing/2014/main" id="{58BAE341-75F1-4483-8735-87A610EA52CF}"/>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STORE THE EXPECTED ANSWERS</a:t>
            </a:r>
          </a:p>
        </p:txBody>
      </p:sp>
      <p:sp>
        <p:nvSpPr>
          <p:cNvPr id="2" name="title-10">
            <a:extLst xmlns:a="http://schemas.openxmlformats.org/drawingml/2006/main">
              <a:ext uri="{FF2B5EF4-FFF2-40B4-BE49-F238E27FC236}">
                <a16:creationId xmlns:a16="http://schemas.microsoft.com/office/drawing/2014/main" id="{4AB53711-5922-4382-A617-918FF9B3A8FF}"/>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043"/>
          </a:bodyPr>
          <a:lstStyle xmlns:a="http://schemas.openxmlformats.org/drawingml/2006/main"/>
          <a:p xmlns:a="http://schemas.openxmlformats.org/drawingml/2006/main">
            <a:pPr algn="l">
              <a:defRPr sz="3375" b="1" i="0">
                <a:solidFill>
                  <a:srgbClr val="000000"/>
                </a:solidFill>
                <a:latin typeface="Helvetica Neue"/>
                <a:ea typeface="Helvetica Neue"/>
                <a:cs typeface="Helvetica Neue"/>
              </a:defRPr>
            </a:pPr>
            <a:r>
              <a:rPr sz="3375" b="1" i="0">
                <a:solidFill>
                  <a:srgbClr val="000000"/>
                </a:solidFill>
                <a:latin typeface="Helvetica Neue"/>
                <a:ea typeface="Helvetica Neue"/>
                <a:cs typeface="Helvetica Neue"/>
              </a:rPr>
              <a:t>Why parity makes the questions travel with the message</a:t>
            </a:r>
          </a:p>
        </p:txBody>
      </p:sp>
      <p:cxnSp>
        <p:nvCxnSpPr>
          <p:cNvPr id="15"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10">
            <a:extLst xmlns:a="http://schemas.openxmlformats.org/drawingml/2006/main">
              <a:ext uri="{FF2B5EF4-FFF2-40B4-BE49-F238E27FC236}">
                <a16:creationId xmlns:a16="http://schemas.microsoft.com/office/drawing/2014/main" id="{32102654-105C-482C-B292-22656EE5CEAC}"/>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10</a:t>
            </a:r>
          </a:p>
        </p:txBody>
      </p:sp>
      <p:sp>
        <p:nvSpPr>
          <p:cNvPr id="5" name="text">
            <a:extLst xmlns:a="http://schemas.openxmlformats.org/drawingml/2006/main">
              <a:ext uri="{FF2B5EF4-FFF2-40B4-BE49-F238E27FC236}">
                <a16:creationId xmlns:a16="http://schemas.microsoft.com/office/drawing/2014/main" id="{B3D5293D-B700-4E0C-B3E4-F893FC04703C}"/>
              </a:ext>
            </a:extLst>
          </p:cNvPr>
          <p:cNvSpPr>
            <a:spLocks xmlns:a="http://schemas.openxmlformats.org/drawingml/2006/main" noGrp="1"/>
          </p:cNvSpPr>
          <p:nvPr/>
        </p:nvSpPr>
        <p:spPr>
          <a:xfrm xmlns:a="http://schemas.openxmlformats.org/drawingml/2006/main">
            <a:off x="876300" y="2047875"/>
            <a:ext cx="352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6DCBF4"/>
                </a:solidFill>
                <a:latin typeface="Helvetica Neue"/>
                <a:ea typeface="Helvetica Neue"/>
                <a:cs typeface="Helvetica Neue"/>
              </a:defRPr>
            </a:pPr>
            <a:r>
              <a:rPr sz="2100" b="1" i="0">
                <a:solidFill>
                  <a:srgbClr val="6DCBF4"/>
                </a:solidFill>
                <a:latin typeface="Helvetica Neue"/>
                <a:ea typeface="Helvetica Neue"/>
                <a:cs typeface="Helvetica Neue"/>
              </a:rPr>
              <a:t>Question 1 group</a:t>
            </a:r>
          </a:p>
        </p:txBody>
      </p:sp>
      <p:sp>
        <p:nvSpPr>
          <p:cNvPr id="6" name="text">
            <a:extLst xmlns:a="http://schemas.openxmlformats.org/drawingml/2006/main">
              <a:ext uri="{FF2B5EF4-FFF2-40B4-BE49-F238E27FC236}">
                <a16:creationId xmlns:a16="http://schemas.microsoft.com/office/drawing/2014/main" id="{659E1A30-12C5-40AE-A760-EF5DDD09D485}"/>
              </a:ext>
            </a:extLst>
          </p:cNvPr>
          <p:cNvSpPr>
            <a:spLocks xmlns:a="http://schemas.openxmlformats.org/drawingml/2006/main" noGrp="1"/>
          </p:cNvSpPr>
          <p:nvPr/>
        </p:nvSpPr>
        <p:spPr>
          <a:xfrm xmlns:a="http://schemas.openxmlformats.org/drawingml/2006/main">
            <a:off x="876300" y="2590800"/>
            <a:ext cx="4095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i="0">
                <a:solidFill>
                  <a:srgbClr val="000000"/>
                </a:solidFill>
                <a:latin typeface="Helvetica Neue"/>
                <a:ea typeface="Helvetica Neue"/>
                <a:cs typeface="Helvetica Neue"/>
              </a:defRPr>
            </a:pPr>
            <a:r>
              <a:rPr sz="2325" b="1" i="0">
                <a:solidFill>
                  <a:srgbClr val="000000"/>
                </a:solidFill>
                <a:latin typeface="Helvetica Neue"/>
                <a:ea typeface="Helvetica Neue"/>
                <a:cs typeface="Helvetica Neue"/>
              </a:rPr>
              <a:t>positions 1, 3, 5, 7</a:t>
            </a:r>
          </a:p>
        </p:txBody>
      </p:sp>
      <p:sp>
        <p:nvSpPr>
          <p:cNvPr id="7" name="text">
            <a:extLst xmlns:a="http://schemas.openxmlformats.org/drawingml/2006/main">
              <a:ext uri="{FF2B5EF4-FFF2-40B4-BE49-F238E27FC236}">
                <a16:creationId xmlns:a16="http://schemas.microsoft.com/office/drawing/2014/main" id="{5ED1D86F-E71E-4816-974E-2435C4E0A808}"/>
              </a:ext>
            </a:extLst>
          </p:cNvPr>
          <p:cNvSpPr>
            <a:spLocks xmlns:a="http://schemas.openxmlformats.org/drawingml/2006/main" noGrp="1"/>
          </p:cNvSpPr>
          <p:nvPr/>
        </p:nvSpPr>
        <p:spPr>
          <a:xfrm xmlns:a="http://schemas.openxmlformats.org/drawingml/2006/main">
            <a:off x="876300" y="3267075"/>
            <a:ext cx="466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0" i="0">
                <a:solidFill>
                  <a:srgbClr val="000000"/>
                </a:solidFill>
                <a:latin typeface="Helvetica Neue"/>
                <a:ea typeface="Helvetica Neue"/>
                <a:cs typeface="Helvetica Neue"/>
              </a:defRPr>
            </a:pPr>
            <a:r>
              <a:rPr sz="2100" b="0" i="0">
                <a:solidFill>
                  <a:srgbClr val="000000"/>
                </a:solidFill>
                <a:latin typeface="Helvetica Neue"/>
                <a:ea typeface="Helvetica Neue"/>
                <a:cs typeface="Helvetica Neue"/>
              </a:rPr>
              <a:t>Choose its check bit so the group is EVEN.</a:t>
            </a:r>
          </a:p>
        </p:txBody>
      </p:sp>
      <p:cxnSp>
        <p:nvCxnSpPr>
          <p:cNvPr id="20" name=""/>
          <p:cNvCxnSpPr/>
          <p:nvPr/>
        </p:nvCxnSpPr>
        <p:spPr>
          <a:xfrm xmlns:a="http://schemas.openxmlformats.org/drawingml/2006/main">
            <a:off x="6048375" y="2000250"/>
            <a:ext cx="0" cy="953"/>
          </a:xfrm>
          <a:prstGeom xmlns:a="http://schemas.openxmlformats.org/drawingml/2006/main" prst="straightConnector1">
            <a:avLst/>
          </a:prstGeom>
          <a:ln xmlns:a="http://schemas.openxmlformats.org/drawingml/2006/main" w="9525">
            <a:solidFill>
              <a:srgbClr val="B8BCC4"/>
            </a:solidFill>
            <a:prstDash val="solid"/>
          </a:ln>
        </p:spPr>
      </p:cxnSp>
      <p:sp>
        <p:nvSpPr>
          <p:cNvPr id="9" name="text">
            <a:extLst xmlns:a="http://schemas.openxmlformats.org/drawingml/2006/main">
              <a:ext uri="{FF2B5EF4-FFF2-40B4-BE49-F238E27FC236}">
                <a16:creationId xmlns:a16="http://schemas.microsoft.com/office/drawing/2014/main" id="{DE37C7BE-1606-4B82-8AD6-C16E996957C8}"/>
              </a:ext>
            </a:extLst>
          </p:cNvPr>
          <p:cNvSpPr>
            <a:spLocks xmlns:a="http://schemas.openxmlformats.org/drawingml/2006/main" noGrp="1"/>
          </p:cNvSpPr>
          <p:nvPr/>
        </p:nvSpPr>
        <p:spPr>
          <a:xfrm xmlns:a="http://schemas.openxmlformats.org/drawingml/2006/main">
            <a:off x="6667500" y="204787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i="0">
                <a:solidFill>
                  <a:srgbClr val="FF625E"/>
                </a:solidFill>
                <a:latin typeface="Helvetica Neue"/>
                <a:ea typeface="Helvetica Neue"/>
                <a:cs typeface="Helvetica Neue"/>
              </a:defRPr>
            </a:pPr>
            <a:r>
              <a:rPr sz="2100" b="1" i="0">
                <a:solidFill>
                  <a:srgbClr val="FF625E"/>
                </a:solidFill>
                <a:latin typeface="Helvetica Neue"/>
                <a:ea typeface="Helvetica Neue"/>
                <a:cs typeface="Helvetica Neue"/>
              </a:rPr>
              <a:t>If one covered bit flips…</a:t>
            </a:r>
          </a:p>
        </p:txBody>
      </p:sp>
      <p:sp>
        <p:nvSpPr>
          <p:cNvPr id="10" name="text">
            <a:extLst xmlns:a="http://schemas.openxmlformats.org/drawingml/2006/main">
              <a:ext uri="{FF2B5EF4-FFF2-40B4-BE49-F238E27FC236}">
                <a16:creationId xmlns:a16="http://schemas.microsoft.com/office/drawing/2014/main" id="{3ED90DAF-3C68-49B7-82F3-C9B877D4ED7B}"/>
              </a:ext>
            </a:extLst>
          </p:cNvPr>
          <p:cNvSpPr>
            <a:spLocks xmlns:a="http://schemas.openxmlformats.org/drawingml/2006/main" noGrp="1"/>
          </p:cNvSpPr>
          <p:nvPr/>
        </p:nvSpPr>
        <p:spPr>
          <a:xfrm xmlns:a="http://schemas.openxmlformats.org/drawingml/2006/main">
            <a:off x="6667500" y="2667000"/>
            <a:ext cx="4095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FF625E"/>
                </a:solidFill>
                <a:latin typeface="Helvetica Neue"/>
                <a:ea typeface="Helvetica Neue"/>
                <a:cs typeface="Helvetica Neue"/>
              </a:defRPr>
            </a:pPr>
            <a:r>
              <a:rPr sz="3600" b="1" i="0">
                <a:solidFill>
                  <a:srgbClr val="FF625E"/>
                </a:solidFill>
                <a:latin typeface="Helvetica Neue"/>
                <a:ea typeface="Helvetica Neue"/>
                <a:cs typeface="Helvetica Neue"/>
              </a:rPr>
              <a:t>EVEN → ODD</a:t>
            </a:r>
          </a:p>
        </p:txBody>
      </p:sp>
      <p:sp>
        <p:nvSpPr>
          <p:cNvPr id="11" name="text">
            <a:extLst xmlns:a="http://schemas.openxmlformats.org/drawingml/2006/main">
              <a:ext uri="{FF2B5EF4-FFF2-40B4-BE49-F238E27FC236}">
                <a16:creationId xmlns:a16="http://schemas.microsoft.com/office/drawing/2014/main" id="{F14E38ED-1C39-4CA0-BF07-313A54E723EB}"/>
              </a:ext>
            </a:extLst>
          </p:cNvPr>
          <p:cNvSpPr>
            <a:spLocks xmlns:a="http://schemas.openxmlformats.org/drawingml/2006/main" noGrp="1"/>
          </p:cNvSpPr>
          <p:nvPr/>
        </p:nvSpPr>
        <p:spPr>
          <a:xfrm xmlns:a="http://schemas.openxmlformats.org/drawingml/2006/main">
            <a:off x="6667500" y="356235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i="0">
                <a:solidFill>
                  <a:srgbClr val="000000"/>
                </a:solidFill>
                <a:latin typeface="Helvetica Neue"/>
                <a:ea typeface="Helvetica Neue"/>
                <a:cs typeface="Helvetica Neue"/>
              </a:defRPr>
            </a:pPr>
            <a:r>
              <a:rPr sz="2025" b="0" i="0">
                <a:solidFill>
                  <a:srgbClr val="000000"/>
                </a:solidFill>
                <a:latin typeface="Helvetica Neue"/>
                <a:ea typeface="Helvetica Neue"/>
                <a:cs typeface="Helvetica Neue"/>
              </a:rPr>
              <a:t>That question’s answer changes from no to yes.</a:t>
            </a:r>
          </a:p>
        </p:txBody>
      </p:sp>
      <p:sp>
        <p:nvSpPr>
          <p:cNvPr id="12" name="text">
            <a:extLst xmlns:a="http://schemas.openxmlformats.org/drawingml/2006/main">
              <a:ext uri="{FF2B5EF4-FFF2-40B4-BE49-F238E27FC236}">
                <a16:creationId xmlns:a16="http://schemas.microsoft.com/office/drawing/2014/main" id="{5656D4F5-94A1-41DE-8ED8-7868FBDFAFC9}"/>
              </a:ext>
            </a:extLst>
          </p:cNvPr>
          <p:cNvSpPr>
            <a:spLocks xmlns:a="http://schemas.openxmlformats.org/drawingml/2006/main" noGrp="1"/>
          </p:cNvSpPr>
          <p:nvPr/>
        </p:nvSpPr>
        <p:spPr>
          <a:xfrm xmlns:a="http://schemas.openxmlformats.org/drawingml/2006/main">
            <a:off x="1866900" y="5219700"/>
            <a:ext cx="8458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90"/>
          </a:bodyPr>
          <a:lstStyle xmlns:a="http://schemas.openxmlformats.org/drawingml/2006/main"/>
          <a:p xmlns:a="http://schemas.openxmlformats.org/drawingml/2006/main">
            <a:pPr algn="ctr">
              <a:defRPr sz="2625" b="1" i="0">
                <a:solidFill>
                  <a:srgbClr val="000000"/>
                </a:solidFill>
                <a:latin typeface="Helvetica Neue"/>
                <a:ea typeface="Helvetica Neue"/>
                <a:cs typeface="Helvetica Neue"/>
              </a:defRPr>
            </a:pPr>
            <a:r>
              <a:rPr sz="2625" b="1" i="0">
                <a:solidFill>
                  <a:srgbClr val="000000"/>
                </a:solidFill>
                <a:latin typeface="Helvetica Neue"/>
                <a:ea typeface="Helvetica Neue"/>
                <a:cs typeface="Helvetica Neue"/>
              </a:rPr>
              <a:t>Parity works because every single flip toggles odd/even.</a:t>
            </a:r>
          </a:p>
        </p:txBody>
      </p:sp>
    </p:spTree>
    <p:extLst>
      <p:ext uri="{BB962C8B-B14F-4D97-AF65-F5344CB8AC3E}">
        <p14:creationId xmlns:p14="http://schemas.microsoft.com/office/powerpoint/2010/main" val="16055170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section-11">
            <a:extLst xmlns:a="http://schemas.openxmlformats.org/drawingml/2006/main">
              <a:ext uri="{FF2B5EF4-FFF2-40B4-BE49-F238E27FC236}">
                <a16:creationId xmlns:a16="http://schemas.microsoft.com/office/drawing/2014/main" id="{B893491B-9433-4165-877F-78E6CBD7E558}"/>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BUILD THE SEVEN-SLOT MACHINE</a:t>
            </a:r>
          </a:p>
        </p:txBody>
      </p:sp>
      <p:sp>
        <p:nvSpPr>
          <p:cNvPr id="2" name="title-11">
            <a:extLst xmlns:a="http://schemas.openxmlformats.org/drawingml/2006/main">
              <a:ext uri="{FF2B5EF4-FFF2-40B4-BE49-F238E27FC236}">
                <a16:creationId xmlns:a16="http://schemas.microsoft.com/office/drawing/2014/main" id="{4BEBEDA9-DC9C-4183-AEC7-E5842407595F}"/>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75" b="1" i="0">
                <a:solidFill>
                  <a:srgbClr val="000000"/>
                </a:solidFill>
                <a:latin typeface="Helvetica Neue"/>
                <a:ea typeface="Helvetica Neue"/>
                <a:cs typeface="Helvetica Neue"/>
              </a:defRPr>
            </a:pPr>
            <a:r>
              <a:rPr sz="3375" b="1" i="0">
                <a:solidFill>
                  <a:srgbClr val="000000"/>
                </a:solidFill>
                <a:latin typeface="Helvetica Neue"/>
                <a:ea typeface="Helvetica Neue"/>
                <a:cs typeface="Helvetica Neue"/>
              </a:rPr>
              <a:t>A self-checking message needs three adjustable bits</a:t>
            </a:r>
          </a:p>
        </p:txBody>
      </p:sp>
      <p:cxnSp>
        <p:nvCxnSpPr>
          <p:cNvPr id="36"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11">
            <a:extLst xmlns:a="http://schemas.openxmlformats.org/drawingml/2006/main">
              <a:ext uri="{FF2B5EF4-FFF2-40B4-BE49-F238E27FC236}">
                <a16:creationId xmlns:a16="http://schemas.microsoft.com/office/drawing/2014/main" id="{3B6E10D6-1A8B-4C65-88D0-C6100931EA04}"/>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11</a:t>
            </a:r>
          </a:p>
        </p:txBody>
      </p:sp>
      <p:sp>
        <p:nvSpPr>
          <p:cNvPr id="5" name="slots-pos-1">
            <a:extLst xmlns:a="http://schemas.openxmlformats.org/drawingml/2006/main">
              <a:ext uri="{FF2B5EF4-FFF2-40B4-BE49-F238E27FC236}">
                <a16:creationId xmlns:a16="http://schemas.microsoft.com/office/drawing/2014/main" id="{0A41BE20-49F5-404D-B627-60A27CCF05B6}"/>
              </a:ext>
            </a:extLst>
          </p:cNvPr>
          <p:cNvSpPr>
            <a:spLocks xmlns:a="http://schemas.openxmlformats.org/drawingml/2006/main" noGrp="1"/>
          </p:cNvSpPr>
          <p:nvPr/>
        </p:nvSpPr>
        <p:spPr>
          <a:xfrm xmlns:a="http://schemas.openxmlformats.org/drawingml/2006/main">
            <a:off x="781050"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1</a:t>
            </a:r>
          </a:p>
        </p:txBody>
      </p:sp>
      <p:sp>
        <p:nvSpPr>
          <p:cNvPr id="6" name="slots-cell-1">
            <a:extLst xmlns:a="http://schemas.openxmlformats.org/drawingml/2006/main">
              <a:ext uri="{FF2B5EF4-FFF2-40B4-BE49-F238E27FC236}">
                <a16:creationId xmlns:a16="http://schemas.microsoft.com/office/drawing/2014/main" id="{1F7912F4-7617-4139-BF23-DA01A4251F03}"/>
              </a:ext>
            </a:extLst>
          </p:cNvPr>
          <p:cNvSpPr>
            <a:spLocks xmlns:a="http://schemas.openxmlformats.org/drawingml/2006/main" noGrp="1"/>
          </p:cNvSpPr>
          <p:nvPr/>
        </p:nvSpPr>
        <p:spPr>
          <a:xfrm xmlns:a="http://schemas.openxmlformats.org/drawingml/2006/main">
            <a:off x="781050" y="2476500"/>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7" name="slots-bit-1">
            <a:extLst xmlns:a="http://schemas.openxmlformats.org/drawingml/2006/main">
              <a:ext uri="{FF2B5EF4-FFF2-40B4-BE49-F238E27FC236}">
                <a16:creationId xmlns:a16="http://schemas.microsoft.com/office/drawing/2014/main" id="{8334CFFF-5429-49B8-B583-E8B4B584F441}"/>
              </a:ext>
            </a:extLst>
          </p:cNvPr>
          <p:cNvSpPr>
            <a:spLocks xmlns:a="http://schemas.openxmlformats.org/drawingml/2006/main" noGrp="1"/>
          </p:cNvSpPr>
          <p:nvPr/>
        </p:nvSpPr>
        <p:spPr>
          <a:xfrm xmlns:a="http://schemas.openxmlformats.org/drawingml/2006/main">
            <a:off x="781050"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a:t>
            </a:r>
          </a:p>
        </p:txBody>
      </p:sp>
      <p:sp>
        <p:nvSpPr>
          <p:cNvPr id="8" name="slots-role-1">
            <a:extLst xmlns:a="http://schemas.openxmlformats.org/drawingml/2006/main">
              <a:ext uri="{FF2B5EF4-FFF2-40B4-BE49-F238E27FC236}">
                <a16:creationId xmlns:a16="http://schemas.microsoft.com/office/drawing/2014/main" id="{3E30E960-9B09-4D56-885B-C82B22F45DF5}"/>
              </a:ext>
            </a:extLst>
          </p:cNvPr>
          <p:cNvSpPr>
            <a:spLocks xmlns:a="http://schemas.openxmlformats.org/drawingml/2006/main" noGrp="1"/>
          </p:cNvSpPr>
          <p:nvPr/>
        </p:nvSpPr>
        <p:spPr>
          <a:xfrm xmlns:a="http://schemas.openxmlformats.org/drawingml/2006/main">
            <a:off x="723900"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1</a:t>
            </a:r>
          </a:p>
        </p:txBody>
      </p:sp>
      <p:sp>
        <p:nvSpPr>
          <p:cNvPr id="9" name="slots-pos-2">
            <a:extLst xmlns:a="http://schemas.openxmlformats.org/drawingml/2006/main">
              <a:ext uri="{FF2B5EF4-FFF2-40B4-BE49-F238E27FC236}">
                <a16:creationId xmlns:a16="http://schemas.microsoft.com/office/drawing/2014/main" id="{AFD75F90-8577-4F9D-BB91-68B825EA86A7}"/>
              </a:ext>
            </a:extLst>
          </p:cNvPr>
          <p:cNvSpPr>
            <a:spLocks xmlns:a="http://schemas.openxmlformats.org/drawingml/2006/main" noGrp="1"/>
          </p:cNvSpPr>
          <p:nvPr/>
        </p:nvSpPr>
        <p:spPr>
          <a:xfrm xmlns:a="http://schemas.openxmlformats.org/drawingml/2006/main">
            <a:off x="2409825"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2</a:t>
            </a:r>
          </a:p>
        </p:txBody>
      </p:sp>
      <p:sp>
        <p:nvSpPr>
          <p:cNvPr id="10" name="slots-cell-2">
            <a:extLst xmlns:a="http://schemas.openxmlformats.org/drawingml/2006/main">
              <a:ext uri="{FF2B5EF4-FFF2-40B4-BE49-F238E27FC236}">
                <a16:creationId xmlns:a16="http://schemas.microsoft.com/office/drawing/2014/main" id="{76AB3495-AA4B-4FB0-AE5B-1E563DFF7F7C}"/>
              </a:ext>
            </a:extLst>
          </p:cNvPr>
          <p:cNvSpPr>
            <a:spLocks xmlns:a="http://schemas.openxmlformats.org/drawingml/2006/main" noGrp="1"/>
          </p:cNvSpPr>
          <p:nvPr/>
        </p:nvSpPr>
        <p:spPr>
          <a:xfrm xmlns:a="http://schemas.openxmlformats.org/drawingml/2006/main">
            <a:off x="2409825" y="2476500"/>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1" name="slots-bit-2">
            <a:extLst xmlns:a="http://schemas.openxmlformats.org/drawingml/2006/main">
              <a:ext uri="{FF2B5EF4-FFF2-40B4-BE49-F238E27FC236}">
                <a16:creationId xmlns:a16="http://schemas.microsoft.com/office/drawing/2014/main" id="{8B6D43C3-DB7B-41D0-A016-1CC1DC449299}"/>
              </a:ext>
            </a:extLst>
          </p:cNvPr>
          <p:cNvSpPr>
            <a:spLocks xmlns:a="http://schemas.openxmlformats.org/drawingml/2006/main" noGrp="1"/>
          </p:cNvSpPr>
          <p:nvPr/>
        </p:nvSpPr>
        <p:spPr>
          <a:xfrm xmlns:a="http://schemas.openxmlformats.org/drawingml/2006/main">
            <a:off x="2409825"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a:t>
            </a:r>
          </a:p>
        </p:txBody>
      </p:sp>
      <p:sp>
        <p:nvSpPr>
          <p:cNvPr id="12" name="slots-role-2">
            <a:extLst xmlns:a="http://schemas.openxmlformats.org/drawingml/2006/main">
              <a:ext uri="{FF2B5EF4-FFF2-40B4-BE49-F238E27FC236}">
                <a16:creationId xmlns:a16="http://schemas.microsoft.com/office/drawing/2014/main" id="{005B053D-9692-4990-AED1-80432DBC8748}"/>
              </a:ext>
            </a:extLst>
          </p:cNvPr>
          <p:cNvSpPr>
            <a:spLocks xmlns:a="http://schemas.openxmlformats.org/drawingml/2006/main" noGrp="1"/>
          </p:cNvSpPr>
          <p:nvPr/>
        </p:nvSpPr>
        <p:spPr>
          <a:xfrm xmlns:a="http://schemas.openxmlformats.org/drawingml/2006/main">
            <a:off x="2352675"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2</a:t>
            </a:r>
          </a:p>
        </p:txBody>
      </p:sp>
      <p:sp>
        <p:nvSpPr>
          <p:cNvPr id="13" name="slots-pos-3">
            <a:extLst xmlns:a="http://schemas.openxmlformats.org/drawingml/2006/main">
              <a:ext uri="{FF2B5EF4-FFF2-40B4-BE49-F238E27FC236}">
                <a16:creationId xmlns:a16="http://schemas.microsoft.com/office/drawing/2014/main" id="{3C3ADED2-C982-4D58-BFCC-40CF9FF70FA8}"/>
              </a:ext>
            </a:extLst>
          </p:cNvPr>
          <p:cNvSpPr>
            <a:spLocks xmlns:a="http://schemas.openxmlformats.org/drawingml/2006/main" noGrp="1"/>
          </p:cNvSpPr>
          <p:nvPr/>
        </p:nvSpPr>
        <p:spPr>
          <a:xfrm xmlns:a="http://schemas.openxmlformats.org/drawingml/2006/main">
            <a:off x="4038600"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3</a:t>
            </a:r>
          </a:p>
        </p:txBody>
      </p:sp>
      <p:sp>
        <p:nvSpPr>
          <p:cNvPr id="14" name="slots-cell-3">
            <a:extLst xmlns:a="http://schemas.openxmlformats.org/drawingml/2006/main">
              <a:ext uri="{FF2B5EF4-FFF2-40B4-BE49-F238E27FC236}">
                <a16:creationId xmlns:a16="http://schemas.microsoft.com/office/drawing/2014/main" id="{4B456CD9-E72C-449B-96DB-364E0C2BF268}"/>
              </a:ext>
            </a:extLst>
          </p:cNvPr>
          <p:cNvSpPr>
            <a:spLocks xmlns:a="http://schemas.openxmlformats.org/drawingml/2006/main" noGrp="1"/>
          </p:cNvSpPr>
          <p:nvPr/>
        </p:nvSpPr>
        <p:spPr>
          <a:xfrm xmlns:a="http://schemas.openxmlformats.org/drawingml/2006/main">
            <a:off x="4038600" y="247650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15" name="slots-bit-3">
            <a:extLst xmlns:a="http://schemas.openxmlformats.org/drawingml/2006/main">
              <a:ext uri="{FF2B5EF4-FFF2-40B4-BE49-F238E27FC236}">
                <a16:creationId xmlns:a16="http://schemas.microsoft.com/office/drawing/2014/main" id="{B2E7F020-1B2E-45E3-8765-50C0121B6E92}"/>
              </a:ext>
            </a:extLst>
          </p:cNvPr>
          <p:cNvSpPr>
            <a:spLocks xmlns:a="http://schemas.openxmlformats.org/drawingml/2006/main" noGrp="1"/>
          </p:cNvSpPr>
          <p:nvPr/>
        </p:nvSpPr>
        <p:spPr>
          <a:xfrm xmlns:a="http://schemas.openxmlformats.org/drawingml/2006/main">
            <a:off x="4038600"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d₁</a:t>
            </a:r>
          </a:p>
        </p:txBody>
      </p:sp>
      <p:sp>
        <p:nvSpPr>
          <p:cNvPr id="16" name="slots-role-3">
            <a:extLst xmlns:a="http://schemas.openxmlformats.org/drawingml/2006/main">
              <a:ext uri="{FF2B5EF4-FFF2-40B4-BE49-F238E27FC236}">
                <a16:creationId xmlns:a16="http://schemas.microsoft.com/office/drawing/2014/main" id="{EA9ECCD7-4988-46A9-BB61-A9ED1CC5C99C}"/>
              </a:ext>
            </a:extLst>
          </p:cNvPr>
          <p:cNvSpPr>
            <a:spLocks xmlns:a="http://schemas.openxmlformats.org/drawingml/2006/main" noGrp="1"/>
          </p:cNvSpPr>
          <p:nvPr/>
        </p:nvSpPr>
        <p:spPr>
          <a:xfrm xmlns:a="http://schemas.openxmlformats.org/drawingml/2006/main">
            <a:off x="3981450"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1</a:t>
            </a:r>
          </a:p>
        </p:txBody>
      </p:sp>
      <p:sp>
        <p:nvSpPr>
          <p:cNvPr id="17" name="slots-pos-4">
            <a:extLst xmlns:a="http://schemas.openxmlformats.org/drawingml/2006/main">
              <a:ext uri="{FF2B5EF4-FFF2-40B4-BE49-F238E27FC236}">
                <a16:creationId xmlns:a16="http://schemas.microsoft.com/office/drawing/2014/main" id="{3DFD670A-AEA8-4156-A5A2-B1FE757ADBE0}"/>
              </a:ext>
            </a:extLst>
          </p:cNvPr>
          <p:cNvSpPr>
            <a:spLocks xmlns:a="http://schemas.openxmlformats.org/drawingml/2006/main" noGrp="1"/>
          </p:cNvSpPr>
          <p:nvPr/>
        </p:nvSpPr>
        <p:spPr>
          <a:xfrm xmlns:a="http://schemas.openxmlformats.org/drawingml/2006/main">
            <a:off x="5667375"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4</a:t>
            </a:r>
          </a:p>
        </p:txBody>
      </p:sp>
      <p:sp>
        <p:nvSpPr>
          <p:cNvPr id="18" name="slots-cell-4">
            <a:extLst xmlns:a="http://schemas.openxmlformats.org/drawingml/2006/main">
              <a:ext uri="{FF2B5EF4-FFF2-40B4-BE49-F238E27FC236}">
                <a16:creationId xmlns:a16="http://schemas.microsoft.com/office/drawing/2014/main" id="{C18218D8-613B-44C9-92B0-9F811B25F413}"/>
              </a:ext>
            </a:extLst>
          </p:cNvPr>
          <p:cNvSpPr>
            <a:spLocks xmlns:a="http://schemas.openxmlformats.org/drawingml/2006/main" noGrp="1"/>
          </p:cNvSpPr>
          <p:nvPr/>
        </p:nvSpPr>
        <p:spPr>
          <a:xfrm xmlns:a="http://schemas.openxmlformats.org/drawingml/2006/main">
            <a:off x="5667375" y="2476500"/>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9" name="slots-bit-4">
            <a:extLst xmlns:a="http://schemas.openxmlformats.org/drawingml/2006/main">
              <a:ext uri="{FF2B5EF4-FFF2-40B4-BE49-F238E27FC236}">
                <a16:creationId xmlns:a16="http://schemas.microsoft.com/office/drawing/2014/main" id="{18AF2963-EF10-4747-A3E8-26FD46BF3CFC}"/>
              </a:ext>
            </a:extLst>
          </p:cNvPr>
          <p:cNvSpPr>
            <a:spLocks xmlns:a="http://schemas.openxmlformats.org/drawingml/2006/main" noGrp="1"/>
          </p:cNvSpPr>
          <p:nvPr/>
        </p:nvSpPr>
        <p:spPr>
          <a:xfrm xmlns:a="http://schemas.openxmlformats.org/drawingml/2006/main">
            <a:off x="5667375"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a:t>
            </a:r>
          </a:p>
        </p:txBody>
      </p:sp>
      <p:sp>
        <p:nvSpPr>
          <p:cNvPr id="20" name="slots-role-4">
            <a:extLst xmlns:a="http://schemas.openxmlformats.org/drawingml/2006/main">
              <a:ext uri="{FF2B5EF4-FFF2-40B4-BE49-F238E27FC236}">
                <a16:creationId xmlns:a16="http://schemas.microsoft.com/office/drawing/2014/main" id="{80ED1800-0CDC-445F-86D6-08EA700F3B4B}"/>
              </a:ext>
            </a:extLst>
          </p:cNvPr>
          <p:cNvSpPr>
            <a:spLocks xmlns:a="http://schemas.openxmlformats.org/drawingml/2006/main" noGrp="1"/>
          </p:cNvSpPr>
          <p:nvPr/>
        </p:nvSpPr>
        <p:spPr>
          <a:xfrm xmlns:a="http://schemas.openxmlformats.org/drawingml/2006/main">
            <a:off x="5610225"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4</a:t>
            </a:r>
          </a:p>
        </p:txBody>
      </p:sp>
      <p:sp>
        <p:nvSpPr>
          <p:cNvPr id="21" name="slots-pos-5">
            <a:extLst xmlns:a="http://schemas.openxmlformats.org/drawingml/2006/main">
              <a:ext uri="{FF2B5EF4-FFF2-40B4-BE49-F238E27FC236}">
                <a16:creationId xmlns:a16="http://schemas.microsoft.com/office/drawing/2014/main" id="{1C34897A-AE68-4C87-8310-CED127C2E400}"/>
              </a:ext>
            </a:extLst>
          </p:cNvPr>
          <p:cNvSpPr>
            <a:spLocks xmlns:a="http://schemas.openxmlformats.org/drawingml/2006/main" noGrp="1"/>
          </p:cNvSpPr>
          <p:nvPr/>
        </p:nvSpPr>
        <p:spPr>
          <a:xfrm xmlns:a="http://schemas.openxmlformats.org/drawingml/2006/main">
            <a:off x="7296150"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5</a:t>
            </a:r>
          </a:p>
        </p:txBody>
      </p:sp>
      <p:sp>
        <p:nvSpPr>
          <p:cNvPr id="22" name="slots-cell-5">
            <a:extLst xmlns:a="http://schemas.openxmlformats.org/drawingml/2006/main">
              <a:ext uri="{FF2B5EF4-FFF2-40B4-BE49-F238E27FC236}">
                <a16:creationId xmlns:a16="http://schemas.microsoft.com/office/drawing/2014/main" id="{44C2DD3A-242F-4AE1-8934-BB7F51180636}"/>
              </a:ext>
            </a:extLst>
          </p:cNvPr>
          <p:cNvSpPr>
            <a:spLocks xmlns:a="http://schemas.openxmlformats.org/drawingml/2006/main" noGrp="1"/>
          </p:cNvSpPr>
          <p:nvPr/>
        </p:nvSpPr>
        <p:spPr>
          <a:xfrm xmlns:a="http://schemas.openxmlformats.org/drawingml/2006/main">
            <a:off x="7296150" y="247650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23" name="slots-bit-5">
            <a:extLst xmlns:a="http://schemas.openxmlformats.org/drawingml/2006/main">
              <a:ext uri="{FF2B5EF4-FFF2-40B4-BE49-F238E27FC236}">
                <a16:creationId xmlns:a16="http://schemas.microsoft.com/office/drawing/2014/main" id="{F0428258-EA8C-487D-BDAB-4371BE565607}"/>
              </a:ext>
            </a:extLst>
          </p:cNvPr>
          <p:cNvSpPr>
            <a:spLocks xmlns:a="http://schemas.openxmlformats.org/drawingml/2006/main" noGrp="1"/>
          </p:cNvSpPr>
          <p:nvPr/>
        </p:nvSpPr>
        <p:spPr>
          <a:xfrm xmlns:a="http://schemas.openxmlformats.org/drawingml/2006/main">
            <a:off x="7296150"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d₂</a:t>
            </a:r>
          </a:p>
        </p:txBody>
      </p:sp>
      <p:sp>
        <p:nvSpPr>
          <p:cNvPr id="24" name="slots-role-5">
            <a:extLst xmlns:a="http://schemas.openxmlformats.org/drawingml/2006/main">
              <a:ext uri="{FF2B5EF4-FFF2-40B4-BE49-F238E27FC236}">
                <a16:creationId xmlns:a16="http://schemas.microsoft.com/office/drawing/2014/main" id="{E91A6D60-6310-4FB4-98DE-C539155BEF5E}"/>
              </a:ext>
            </a:extLst>
          </p:cNvPr>
          <p:cNvSpPr>
            <a:spLocks xmlns:a="http://schemas.openxmlformats.org/drawingml/2006/main" noGrp="1"/>
          </p:cNvSpPr>
          <p:nvPr/>
        </p:nvSpPr>
        <p:spPr>
          <a:xfrm xmlns:a="http://schemas.openxmlformats.org/drawingml/2006/main">
            <a:off x="7239000"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2</a:t>
            </a:r>
          </a:p>
        </p:txBody>
      </p:sp>
      <p:sp>
        <p:nvSpPr>
          <p:cNvPr id="25" name="slots-pos-6">
            <a:extLst xmlns:a="http://schemas.openxmlformats.org/drawingml/2006/main">
              <a:ext uri="{FF2B5EF4-FFF2-40B4-BE49-F238E27FC236}">
                <a16:creationId xmlns:a16="http://schemas.microsoft.com/office/drawing/2014/main" id="{74235A05-3821-4C34-981D-2ABFA4D43D9B}"/>
              </a:ext>
            </a:extLst>
          </p:cNvPr>
          <p:cNvSpPr>
            <a:spLocks xmlns:a="http://schemas.openxmlformats.org/drawingml/2006/main" noGrp="1"/>
          </p:cNvSpPr>
          <p:nvPr/>
        </p:nvSpPr>
        <p:spPr>
          <a:xfrm xmlns:a="http://schemas.openxmlformats.org/drawingml/2006/main">
            <a:off x="8924925"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6</a:t>
            </a:r>
          </a:p>
        </p:txBody>
      </p:sp>
      <p:sp>
        <p:nvSpPr>
          <p:cNvPr id="26" name="slots-cell-6">
            <a:extLst xmlns:a="http://schemas.openxmlformats.org/drawingml/2006/main">
              <a:ext uri="{FF2B5EF4-FFF2-40B4-BE49-F238E27FC236}">
                <a16:creationId xmlns:a16="http://schemas.microsoft.com/office/drawing/2014/main" id="{64A4D814-F4B9-43DF-A064-AAD61F701BA2}"/>
              </a:ext>
            </a:extLst>
          </p:cNvPr>
          <p:cNvSpPr>
            <a:spLocks xmlns:a="http://schemas.openxmlformats.org/drawingml/2006/main" noGrp="1"/>
          </p:cNvSpPr>
          <p:nvPr/>
        </p:nvSpPr>
        <p:spPr>
          <a:xfrm xmlns:a="http://schemas.openxmlformats.org/drawingml/2006/main">
            <a:off x="8924925" y="247650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27" name="slots-bit-6">
            <a:extLst xmlns:a="http://schemas.openxmlformats.org/drawingml/2006/main">
              <a:ext uri="{FF2B5EF4-FFF2-40B4-BE49-F238E27FC236}">
                <a16:creationId xmlns:a16="http://schemas.microsoft.com/office/drawing/2014/main" id="{42FDBA60-4317-4C14-8C45-2D57B67248F2}"/>
              </a:ext>
            </a:extLst>
          </p:cNvPr>
          <p:cNvSpPr>
            <a:spLocks xmlns:a="http://schemas.openxmlformats.org/drawingml/2006/main" noGrp="1"/>
          </p:cNvSpPr>
          <p:nvPr/>
        </p:nvSpPr>
        <p:spPr>
          <a:xfrm xmlns:a="http://schemas.openxmlformats.org/drawingml/2006/main">
            <a:off x="8924925"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d₃</a:t>
            </a:r>
          </a:p>
        </p:txBody>
      </p:sp>
      <p:sp>
        <p:nvSpPr>
          <p:cNvPr id="28" name="slots-role-6">
            <a:extLst xmlns:a="http://schemas.openxmlformats.org/drawingml/2006/main">
              <a:ext uri="{FF2B5EF4-FFF2-40B4-BE49-F238E27FC236}">
                <a16:creationId xmlns:a16="http://schemas.microsoft.com/office/drawing/2014/main" id="{A3D5B0AE-3804-4C59-9AAA-0812666FDCDC}"/>
              </a:ext>
            </a:extLst>
          </p:cNvPr>
          <p:cNvSpPr>
            <a:spLocks xmlns:a="http://schemas.openxmlformats.org/drawingml/2006/main" noGrp="1"/>
          </p:cNvSpPr>
          <p:nvPr/>
        </p:nvSpPr>
        <p:spPr>
          <a:xfrm xmlns:a="http://schemas.openxmlformats.org/drawingml/2006/main">
            <a:off x="8867775"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3</a:t>
            </a:r>
          </a:p>
        </p:txBody>
      </p:sp>
      <p:sp>
        <p:nvSpPr>
          <p:cNvPr id="29" name="slots-pos-7">
            <a:extLst xmlns:a="http://schemas.openxmlformats.org/drawingml/2006/main">
              <a:ext uri="{FF2B5EF4-FFF2-40B4-BE49-F238E27FC236}">
                <a16:creationId xmlns:a16="http://schemas.microsoft.com/office/drawing/2014/main" id="{BD6149F9-2C21-4BEB-A862-B9A49D346F1F}"/>
              </a:ext>
            </a:extLst>
          </p:cNvPr>
          <p:cNvSpPr>
            <a:spLocks xmlns:a="http://schemas.openxmlformats.org/drawingml/2006/main" noGrp="1"/>
          </p:cNvSpPr>
          <p:nvPr/>
        </p:nvSpPr>
        <p:spPr>
          <a:xfrm xmlns:a="http://schemas.openxmlformats.org/drawingml/2006/main">
            <a:off x="10553700"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7</a:t>
            </a:r>
          </a:p>
        </p:txBody>
      </p:sp>
      <p:sp>
        <p:nvSpPr>
          <p:cNvPr id="30" name="slots-cell-7">
            <a:extLst xmlns:a="http://schemas.openxmlformats.org/drawingml/2006/main">
              <a:ext uri="{FF2B5EF4-FFF2-40B4-BE49-F238E27FC236}">
                <a16:creationId xmlns:a16="http://schemas.microsoft.com/office/drawing/2014/main" id="{D3FAC37D-2AB4-4FAE-A115-3188CD6BFC74}"/>
              </a:ext>
            </a:extLst>
          </p:cNvPr>
          <p:cNvSpPr>
            <a:spLocks xmlns:a="http://schemas.openxmlformats.org/drawingml/2006/main" noGrp="1"/>
          </p:cNvSpPr>
          <p:nvPr/>
        </p:nvSpPr>
        <p:spPr>
          <a:xfrm xmlns:a="http://schemas.openxmlformats.org/drawingml/2006/main">
            <a:off x="10553700" y="247650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31" name="slots-bit-7">
            <a:extLst xmlns:a="http://schemas.openxmlformats.org/drawingml/2006/main">
              <a:ext uri="{FF2B5EF4-FFF2-40B4-BE49-F238E27FC236}">
                <a16:creationId xmlns:a16="http://schemas.microsoft.com/office/drawing/2014/main" id="{2FA3EE96-D508-486E-908A-72760DBAA2DA}"/>
              </a:ext>
            </a:extLst>
          </p:cNvPr>
          <p:cNvSpPr>
            <a:spLocks xmlns:a="http://schemas.openxmlformats.org/drawingml/2006/main" noGrp="1"/>
          </p:cNvSpPr>
          <p:nvPr/>
        </p:nvSpPr>
        <p:spPr>
          <a:xfrm xmlns:a="http://schemas.openxmlformats.org/drawingml/2006/main">
            <a:off x="10553700"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d₄</a:t>
            </a:r>
          </a:p>
        </p:txBody>
      </p:sp>
      <p:sp>
        <p:nvSpPr>
          <p:cNvPr id="32" name="slots-role-7">
            <a:extLst xmlns:a="http://schemas.openxmlformats.org/drawingml/2006/main">
              <a:ext uri="{FF2B5EF4-FFF2-40B4-BE49-F238E27FC236}">
                <a16:creationId xmlns:a16="http://schemas.microsoft.com/office/drawing/2014/main" id="{FCD17451-D617-415E-AADC-920207F4F3E4}"/>
              </a:ext>
            </a:extLst>
          </p:cNvPr>
          <p:cNvSpPr>
            <a:spLocks xmlns:a="http://schemas.openxmlformats.org/drawingml/2006/main" noGrp="1"/>
          </p:cNvSpPr>
          <p:nvPr/>
        </p:nvSpPr>
        <p:spPr>
          <a:xfrm xmlns:a="http://schemas.openxmlformats.org/drawingml/2006/main">
            <a:off x="10496550"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4</a:t>
            </a:r>
          </a:p>
        </p:txBody>
      </p:sp>
      <p:sp>
        <p:nvSpPr>
          <p:cNvPr id="33" name="text">
            <a:extLst xmlns:a="http://schemas.openxmlformats.org/drawingml/2006/main">
              <a:ext uri="{FF2B5EF4-FFF2-40B4-BE49-F238E27FC236}">
                <a16:creationId xmlns:a16="http://schemas.microsoft.com/office/drawing/2014/main" id="{C5EB5902-962F-4988-AD6C-01D9889734EF}"/>
              </a:ext>
            </a:extLst>
          </p:cNvPr>
          <p:cNvSpPr>
            <a:spLocks xmlns:a="http://schemas.openxmlformats.org/drawingml/2006/main" noGrp="1"/>
          </p:cNvSpPr>
          <p:nvPr/>
        </p:nvSpPr>
        <p:spPr>
          <a:xfrm xmlns:a="http://schemas.openxmlformats.org/drawingml/2006/main">
            <a:off x="1524000" y="5019675"/>
            <a:ext cx="914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000000"/>
                </a:solidFill>
                <a:latin typeface="Helvetica Neue"/>
                <a:ea typeface="Helvetica Neue"/>
                <a:cs typeface="Helvetica Neue"/>
              </a:defRPr>
            </a:pPr>
            <a:r>
              <a:rPr sz="2250" b="1" i="0">
                <a:solidFill>
                  <a:srgbClr val="000000"/>
                </a:solidFill>
                <a:latin typeface="Helvetica Neue"/>
                <a:ea typeface="Helvetica Neue"/>
                <a:cs typeface="Helvetica Neue"/>
              </a:rPr>
              <a:t>Four slots hold the message. Three slots are knobs that force the three parity promises to be true.</a:t>
            </a:r>
          </a:p>
        </p:txBody>
      </p:sp>
    </p:spTree>
    <p:extLst>
      <p:ext uri="{BB962C8B-B14F-4D97-AF65-F5344CB8AC3E}">
        <p14:creationId xmlns:p14="http://schemas.microsoft.com/office/powerpoint/2010/main" val="13544112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12">
            <a:extLst xmlns:a="http://schemas.openxmlformats.org/drawingml/2006/main">
              <a:ext uri="{FF2B5EF4-FFF2-40B4-BE49-F238E27FC236}">
                <a16:creationId xmlns:a16="http://schemas.microsoft.com/office/drawing/2014/main" id="{B9816327-E8FE-4795-B71A-A89E90BCBFC6}"/>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INDEPENDENT KNOBS</a:t>
            </a:r>
          </a:p>
        </p:txBody>
      </p:sp>
      <p:sp>
        <p:nvSpPr>
          <p:cNvPr id="2" name="title-12">
            <a:extLst xmlns:a="http://schemas.openxmlformats.org/drawingml/2006/main">
              <a:ext uri="{FF2B5EF4-FFF2-40B4-BE49-F238E27FC236}">
                <a16:creationId xmlns:a16="http://schemas.microsoft.com/office/drawing/2014/main" id="{23B32788-898E-4CBE-9C29-5775B21C4418}"/>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75" b="1" i="0">
                <a:solidFill>
                  <a:srgbClr val="000000"/>
                </a:solidFill>
                <a:latin typeface="Helvetica Neue"/>
                <a:ea typeface="Helvetica Neue"/>
                <a:cs typeface="Helvetica Neue"/>
              </a:defRPr>
            </a:pPr>
            <a:r>
              <a:rPr sz="3375" b="1" i="0">
                <a:solidFill>
                  <a:srgbClr val="000000"/>
                </a:solidFill>
                <a:latin typeface="Helvetica Neue"/>
                <a:ea typeface="Helvetica Neue"/>
                <a:cs typeface="Helvetica Neue"/>
              </a:rPr>
              <a:t>Why the check bits live at positions 1, 2, and 4</a:t>
            </a:r>
          </a:p>
        </p:txBody>
      </p:sp>
      <p:cxnSp>
        <p:nvCxnSpPr>
          <p:cNvPr id="16"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12">
            <a:extLst xmlns:a="http://schemas.openxmlformats.org/drawingml/2006/main">
              <a:ext uri="{FF2B5EF4-FFF2-40B4-BE49-F238E27FC236}">
                <a16:creationId xmlns:a16="http://schemas.microsoft.com/office/drawing/2014/main" id="{B7AA1509-BDAF-458E-9F4B-1D3D59E19B28}"/>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12</a:t>
            </a:r>
          </a:p>
        </p:txBody>
      </p:sp>
      <p:sp>
        <p:nvSpPr>
          <p:cNvPr id="5" name="text">
            <a:extLst xmlns:a="http://schemas.openxmlformats.org/drawingml/2006/main">
              <a:ext uri="{FF2B5EF4-FFF2-40B4-BE49-F238E27FC236}">
                <a16:creationId xmlns:a16="http://schemas.microsoft.com/office/drawing/2014/main" id="{A7490D90-BB24-4ED3-9078-C75CB46EBA01}"/>
              </a:ext>
            </a:extLst>
          </p:cNvPr>
          <p:cNvSpPr>
            <a:spLocks xmlns:a="http://schemas.openxmlformats.org/drawingml/2006/main" noGrp="1"/>
          </p:cNvSpPr>
          <p:nvPr/>
        </p:nvSpPr>
        <p:spPr>
          <a:xfrm xmlns:a="http://schemas.openxmlformats.org/drawingml/2006/main">
            <a:off x="857250" y="23241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6DCBF4"/>
                </a:solidFill>
                <a:latin typeface="Helvetica Neue"/>
                <a:ea typeface="Helvetica Neue"/>
                <a:cs typeface="Helvetica Neue"/>
              </a:defRPr>
            </a:pPr>
            <a:r>
              <a:rPr sz="3600" b="1" i="0">
                <a:solidFill>
                  <a:srgbClr val="6DCBF4"/>
                </a:solidFill>
                <a:latin typeface="Helvetica Neue"/>
                <a:ea typeface="Helvetica Neue"/>
                <a:cs typeface="Helvetica Neue"/>
              </a:rPr>
              <a:t>1 = 001</a:t>
            </a:r>
          </a:p>
        </p:txBody>
      </p:sp>
      <p:sp>
        <p:nvSpPr>
          <p:cNvPr id="6" name="text">
            <a:extLst xmlns:a="http://schemas.openxmlformats.org/drawingml/2006/main">
              <a:ext uri="{FF2B5EF4-FFF2-40B4-BE49-F238E27FC236}">
                <a16:creationId xmlns:a16="http://schemas.microsoft.com/office/drawing/2014/main" id="{FC33DF1D-C4FC-465F-AE3C-75B93701DF58}"/>
              </a:ext>
            </a:extLst>
          </p:cNvPr>
          <p:cNvSpPr>
            <a:spLocks xmlns:a="http://schemas.openxmlformats.org/drawingml/2006/main" noGrp="1"/>
          </p:cNvSpPr>
          <p:nvPr/>
        </p:nvSpPr>
        <p:spPr>
          <a:xfrm xmlns:a="http://schemas.openxmlformats.org/drawingml/2006/main">
            <a:off x="857250" y="31623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0" i="0">
                <a:solidFill>
                  <a:srgbClr val="59616D"/>
                </a:solidFill>
                <a:latin typeface="Helvetica Neue"/>
                <a:ea typeface="Helvetica Neue"/>
                <a:cs typeface="Helvetica Neue"/>
              </a:defRPr>
            </a:pPr>
            <a:r>
              <a:rPr sz="1875" b="0" i="0">
                <a:solidFill>
                  <a:srgbClr val="59616D"/>
                </a:solidFill>
                <a:latin typeface="Helvetica Neue"/>
                <a:ea typeface="Helvetica Neue"/>
                <a:cs typeface="Helvetica Neue"/>
              </a:rPr>
              <a:t>only question 1</a:t>
            </a:r>
          </a:p>
        </p:txBody>
      </p:sp>
      <p:sp>
        <p:nvSpPr>
          <p:cNvPr id="7" name="text">
            <a:extLst xmlns:a="http://schemas.openxmlformats.org/drawingml/2006/main">
              <a:ext uri="{FF2B5EF4-FFF2-40B4-BE49-F238E27FC236}">
                <a16:creationId xmlns:a16="http://schemas.microsoft.com/office/drawing/2014/main" id="{1FD7143E-8E94-493A-97E8-132DD3B2C2CF}"/>
              </a:ext>
            </a:extLst>
          </p:cNvPr>
          <p:cNvSpPr>
            <a:spLocks xmlns:a="http://schemas.openxmlformats.org/drawingml/2006/main" noGrp="1"/>
          </p:cNvSpPr>
          <p:nvPr/>
        </p:nvSpPr>
        <p:spPr>
          <a:xfrm xmlns:a="http://schemas.openxmlformats.org/drawingml/2006/main">
            <a:off x="4572000" y="23241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3D8DFF"/>
                </a:solidFill>
                <a:latin typeface="Helvetica Neue"/>
                <a:ea typeface="Helvetica Neue"/>
                <a:cs typeface="Helvetica Neue"/>
              </a:defRPr>
            </a:pPr>
            <a:r>
              <a:rPr sz="3600" b="1" i="0">
                <a:solidFill>
                  <a:srgbClr val="3D8DFF"/>
                </a:solidFill>
                <a:latin typeface="Helvetica Neue"/>
                <a:ea typeface="Helvetica Neue"/>
                <a:cs typeface="Helvetica Neue"/>
              </a:rPr>
              <a:t>2 = 010</a:t>
            </a:r>
          </a:p>
        </p:txBody>
      </p:sp>
      <p:sp>
        <p:nvSpPr>
          <p:cNvPr id="8" name="text">
            <a:extLst xmlns:a="http://schemas.openxmlformats.org/drawingml/2006/main">
              <a:ext uri="{FF2B5EF4-FFF2-40B4-BE49-F238E27FC236}">
                <a16:creationId xmlns:a16="http://schemas.microsoft.com/office/drawing/2014/main" id="{94C48BD2-F909-4A4B-AC62-475CDB4AC197}"/>
              </a:ext>
            </a:extLst>
          </p:cNvPr>
          <p:cNvSpPr>
            <a:spLocks xmlns:a="http://schemas.openxmlformats.org/drawingml/2006/main" noGrp="1"/>
          </p:cNvSpPr>
          <p:nvPr/>
        </p:nvSpPr>
        <p:spPr>
          <a:xfrm xmlns:a="http://schemas.openxmlformats.org/drawingml/2006/main">
            <a:off x="4572000" y="31623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0" i="0">
                <a:solidFill>
                  <a:srgbClr val="59616D"/>
                </a:solidFill>
                <a:latin typeface="Helvetica Neue"/>
                <a:ea typeface="Helvetica Neue"/>
                <a:cs typeface="Helvetica Neue"/>
              </a:defRPr>
            </a:pPr>
            <a:r>
              <a:rPr sz="1875" b="0" i="0">
                <a:solidFill>
                  <a:srgbClr val="59616D"/>
                </a:solidFill>
                <a:latin typeface="Helvetica Neue"/>
                <a:ea typeface="Helvetica Neue"/>
                <a:cs typeface="Helvetica Neue"/>
              </a:rPr>
              <a:t>only question 2</a:t>
            </a:r>
          </a:p>
        </p:txBody>
      </p:sp>
      <p:sp>
        <p:nvSpPr>
          <p:cNvPr id="9" name="text">
            <a:extLst xmlns:a="http://schemas.openxmlformats.org/drawingml/2006/main">
              <a:ext uri="{FF2B5EF4-FFF2-40B4-BE49-F238E27FC236}">
                <a16:creationId xmlns:a16="http://schemas.microsoft.com/office/drawing/2014/main" id="{747AF9C2-1C1E-4101-93D5-AB8A157D8346}"/>
              </a:ext>
            </a:extLst>
          </p:cNvPr>
          <p:cNvSpPr>
            <a:spLocks xmlns:a="http://schemas.openxmlformats.org/drawingml/2006/main" noGrp="1"/>
          </p:cNvSpPr>
          <p:nvPr/>
        </p:nvSpPr>
        <p:spPr>
          <a:xfrm xmlns:a="http://schemas.openxmlformats.org/drawingml/2006/main">
            <a:off x="8286750" y="232410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7B61FF"/>
                </a:solidFill>
                <a:latin typeface="Helvetica Neue"/>
                <a:ea typeface="Helvetica Neue"/>
                <a:cs typeface="Helvetica Neue"/>
              </a:defRPr>
            </a:pPr>
            <a:r>
              <a:rPr sz="3600" b="1" i="0">
                <a:solidFill>
                  <a:srgbClr val="7B61FF"/>
                </a:solidFill>
                <a:latin typeface="Helvetica Neue"/>
                <a:ea typeface="Helvetica Neue"/>
                <a:cs typeface="Helvetica Neue"/>
              </a:rPr>
              <a:t>4 = 100</a:t>
            </a:r>
          </a:p>
        </p:txBody>
      </p:sp>
      <p:sp>
        <p:nvSpPr>
          <p:cNvPr id="10" name="text">
            <a:extLst xmlns:a="http://schemas.openxmlformats.org/drawingml/2006/main">
              <a:ext uri="{FF2B5EF4-FFF2-40B4-BE49-F238E27FC236}">
                <a16:creationId xmlns:a16="http://schemas.microsoft.com/office/drawing/2014/main" id="{B17DD9A5-DF10-47F6-828A-1C18C80E0013}"/>
              </a:ext>
            </a:extLst>
          </p:cNvPr>
          <p:cNvSpPr>
            <a:spLocks xmlns:a="http://schemas.openxmlformats.org/drawingml/2006/main" noGrp="1"/>
          </p:cNvSpPr>
          <p:nvPr/>
        </p:nvSpPr>
        <p:spPr>
          <a:xfrm xmlns:a="http://schemas.openxmlformats.org/drawingml/2006/main">
            <a:off x="8286750" y="31623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0" i="0">
                <a:solidFill>
                  <a:srgbClr val="59616D"/>
                </a:solidFill>
                <a:latin typeface="Helvetica Neue"/>
                <a:ea typeface="Helvetica Neue"/>
                <a:cs typeface="Helvetica Neue"/>
              </a:defRPr>
            </a:pPr>
            <a:r>
              <a:rPr sz="1875" b="0" i="0">
                <a:solidFill>
                  <a:srgbClr val="59616D"/>
                </a:solidFill>
                <a:latin typeface="Helvetica Neue"/>
                <a:ea typeface="Helvetica Neue"/>
                <a:cs typeface="Helvetica Neue"/>
              </a:rPr>
              <a:t>only question 4</a:t>
            </a:r>
          </a:p>
        </p:txBody>
      </p:sp>
      <p:cxnSp>
        <p:nvCxnSpPr>
          <p:cNvPr id="24" name=""/>
          <p:cNvCxnSpPr/>
          <p:nvPr/>
        </p:nvCxnSpPr>
        <p:spPr>
          <a:xfrm xmlns:a="http://schemas.openxmlformats.org/drawingml/2006/main">
            <a:off x="1143000" y="4000500"/>
            <a:ext cx="9906000" cy="953"/>
          </a:xfrm>
          <a:prstGeom xmlns:a="http://schemas.openxmlformats.org/drawingml/2006/main" prst="straightConnector1">
            <a:avLst/>
          </a:prstGeom>
          <a:ln xmlns:a="http://schemas.openxmlformats.org/drawingml/2006/main" w="19050">
            <a:solidFill>
              <a:srgbClr val="B8BCC4"/>
            </a:solidFill>
            <a:prstDash val="solid"/>
          </a:ln>
        </p:spPr>
      </p:cxnSp>
      <p:sp>
        <p:nvSpPr>
          <p:cNvPr id="12" name="text">
            <a:extLst xmlns:a="http://schemas.openxmlformats.org/drawingml/2006/main">
              <a:ext uri="{FF2B5EF4-FFF2-40B4-BE49-F238E27FC236}">
                <a16:creationId xmlns:a16="http://schemas.microsoft.com/office/drawing/2014/main" id="{06AF9640-A9DF-49D9-BFCC-E75E07D2CA8D}"/>
              </a:ext>
            </a:extLst>
          </p:cNvPr>
          <p:cNvSpPr>
            <a:spLocks xmlns:a="http://schemas.openxmlformats.org/drawingml/2006/main" noGrp="1"/>
          </p:cNvSpPr>
          <p:nvPr/>
        </p:nvSpPr>
        <p:spPr>
          <a:xfrm xmlns:a="http://schemas.openxmlformats.org/drawingml/2006/main">
            <a:off x="2000250" y="4457700"/>
            <a:ext cx="819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368"/>
          </a:bodyPr>
          <a:lstStyle xmlns:a="http://schemas.openxmlformats.org/drawingml/2006/main"/>
          <a:p xmlns:a="http://schemas.openxmlformats.org/drawingml/2006/main">
            <a:pPr algn="ctr">
              <a:defRPr sz="2700" b="1" i="0">
                <a:solidFill>
                  <a:srgbClr val="000000"/>
                </a:solidFill>
                <a:latin typeface="Helvetica Neue"/>
                <a:ea typeface="Helvetica Neue"/>
                <a:cs typeface="Helvetica Neue"/>
              </a:defRPr>
            </a:pPr>
            <a:r>
              <a:rPr sz="2700" b="1" i="0">
                <a:solidFill>
                  <a:srgbClr val="000000"/>
                </a:solidFill>
                <a:latin typeface="Helvetica Neue"/>
                <a:ea typeface="Helvetica Neue"/>
                <a:cs typeface="Helvetica Neue"/>
              </a:rPr>
              <a:t>Each check bit changes only its own parity equation.</a:t>
            </a:r>
          </a:p>
        </p:txBody>
      </p:sp>
      <p:sp>
        <p:nvSpPr>
          <p:cNvPr id="13" name="text">
            <a:extLst xmlns:a="http://schemas.openxmlformats.org/drawingml/2006/main">
              <a:ext uri="{FF2B5EF4-FFF2-40B4-BE49-F238E27FC236}">
                <a16:creationId xmlns:a16="http://schemas.microsoft.com/office/drawing/2014/main" id="{883E9E38-33FC-4D1F-A4E5-A3AF50DC9B68}"/>
              </a:ext>
            </a:extLst>
          </p:cNvPr>
          <p:cNvSpPr>
            <a:spLocks xmlns:a="http://schemas.openxmlformats.org/drawingml/2006/main" noGrp="1"/>
          </p:cNvSpPr>
          <p:nvPr/>
        </p:nvSpPr>
        <p:spPr>
          <a:xfrm xmlns:a="http://schemas.openxmlformats.org/drawingml/2006/main">
            <a:off x="2095500" y="5391150"/>
            <a:ext cx="800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0" i="0">
                <a:solidFill>
                  <a:srgbClr val="59616D"/>
                </a:solidFill>
                <a:latin typeface="Helvetica Neue"/>
                <a:ea typeface="Helvetica Neue"/>
                <a:cs typeface="Helvetica Neue"/>
              </a:defRPr>
            </a:pPr>
            <a:r>
              <a:rPr sz="1950" b="0" i="0">
                <a:solidFill>
                  <a:srgbClr val="59616D"/>
                </a:solidFill>
                <a:latin typeface="Helvetica Neue"/>
                <a:ea typeface="Helvetica Neue"/>
                <a:cs typeface="Helvetica Neue"/>
              </a:rPr>
              <a:t>That is why powers of two are the cleanest places for the knobs.</a:t>
            </a:r>
          </a:p>
        </p:txBody>
      </p:sp>
    </p:spTree>
    <p:extLst>
      <p:ext uri="{BB962C8B-B14F-4D97-AF65-F5344CB8AC3E}">
        <p14:creationId xmlns:p14="http://schemas.microsoft.com/office/powerpoint/2010/main" val="7857183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section-13">
            <a:extLst xmlns:a="http://schemas.openxmlformats.org/drawingml/2006/main">
              <a:ext uri="{FF2B5EF4-FFF2-40B4-BE49-F238E27FC236}">
                <a16:creationId xmlns:a16="http://schemas.microsoft.com/office/drawing/2014/main" id="{7CBB2241-6528-4A5B-9D5C-06D367DDF67A}"/>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RESTRICTED WARM-UP</a:t>
            </a:r>
          </a:p>
        </p:txBody>
      </p:sp>
      <p:sp>
        <p:nvSpPr>
          <p:cNvPr id="2" name="title-13">
            <a:extLst xmlns:a="http://schemas.openxmlformats.org/drawingml/2006/main">
              <a:ext uri="{FF2B5EF4-FFF2-40B4-BE49-F238E27FC236}">
                <a16:creationId xmlns:a16="http://schemas.microsoft.com/office/drawing/2014/main" id="{532BEDBC-A779-4583-847A-1CBFCE42A029}"/>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Can we practice with one data slot locked?</a:t>
            </a:r>
          </a:p>
        </p:txBody>
      </p:sp>
      <p:cxnSp>
        <p:nvCxnSpPr>
          <p:cNvPr id="37"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13">
            <a:extLst xmlns:a="http://schemas.openxmlformats.org/drawingml/2006/main">
              <a:ext uri="{FF2B5EF4-FFF2-40B4-BE49-F238E27FC236}">
                <a16:creationId xmlns:a16="http://schemas.microsoft.com/office/drawing/2014/main" id="{E6AB1D36-1376-401E-9AA1-C2244C19469A}"/>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13</a:t>
            </a:r>
          </a:p>
        </p:txBody>
      </p:sp>
      <p:sp>
        <p:nvSpPr>
          <p:cNvPr id="5" name="warmup-pos-1">
            <a:extLst xmlns:a="http://schemas.openxmlformats.org/drawingml/2006/main">
              <a:ext uri="{FF2B5EF4-FFF2-40B4-BE49-F238E27FC236}">
                <a16:creationId xmlns:a16="http://schemas.microsoft.com/office/drawing/2014/main" id="{BB318733-8F7D-4E81-9C49-D7A3A1A718FE}"/>
              </a:ext>
            </a:extLst>
          </p:cNvPr>
          <p:cNvSpPr>
            <a:spLocks xmlns:a="http://schemas.openxmlformats.org/drawingml/2006/main" noGrp="1"/>
          </p:cNvSpPr>
          <p:nvPr/>
        </p:nvSpPr>
        <p:spPr>
          <a:xfrm xmlns:a="http://schemas.openxmlformats.org/drawingml/2006/main">
            <a:off x="781050"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1</a:t>
            </a:r>
          </a:p>
        </p:txBody>
      </p:sp>
      <p:sp>
        <p:nvSpPr>
          <p:cNvPr id="6" name="warmup-cell-1">
            <a:extLst xmlns:a="http://schemas.openxmlformats.org/drawingml/2006/main">
              <a:ext uri="{FF2B5EF4-FFF2-40B4-BE49-F238E27FC236}">
                <a16:creationId xmlns:a16="http://schemas.microsoft.com/office/drawing/2014/main" id="{9C9ADA4A-14E0-46A2-9C67-87ADC3A84111}"/>
              </a:ext>
            </a:extLst>
          </p:cNvPr>
          <p:cNvSpPr>
            <a:spLocks xmlns:a="http://schemas.openxmlformats.org/drawingml/2006/main" noGrp="1"/>
          </p:cNvSpPr>
          <p:nvPr/>
        </p:nvSpPr>
        <p:spPr>
          <a:xfrm xmlns:a="http://schemas.openxmlformats.org/drawingml/2006/main">
            <a:off x="781050" y="2476500"/>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7" name="warmup-bit-1">
            <a:extLst xmlns:a="http://schemas.openxmlformats.org/drawingml/2006/main">
              <a:ext uri="{FF2B5EF4-FFF2-40B4-BE49-F238E27FC236}">
                <a16:creationId xmlns:a16="http://schemas.microsoft.com/office/drawing/2014/main" id="{1B27A1F0-67C6-4B12-9175-478E1AF67923}"/>
              </a:ext>
            </a:extLst>
          </p:cNvPr>
          <p:cNvSpPr>
            <a:spLocks xmlns:a="http://schemas.openxmlformats.org/drawingml/2006/main" noGrp="1"/>
          </p:cNvSpPr>
          <p:nvPr/>
        </p:nvSpPr>
        <p:spPr>
          <a:xfrm xmlns:a="http://schemas.openxmlformats.org/drawingml/2006/main">
            <a:off x="781050"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p₁</a:t>
            </a:r>
          </a:p>
        </p:txBody>
      </p:sp>
      <p:sp>
        <p:nvSpPr>
          <p:cNvPr id="8" name="warmup-role-1">
            <a:extLst xmlns:a="http://schemas.openxmlformats.org/drawingml/2006/main">
              <a:ext uri="{FF2B5EF4-FFF2-40B4-BE49-F238E27FC236}">
                <a16:creationId xmlns:a16="http://schemas.microsoft.com/office/drawing/2014/main" id="{FA6DBB93-B985-45A2-9674-E2F0820291B6}"/>
              </a:ext>
            </a:extLst>
          </p:cNvPr>
          <p:cNvSpPr>
            <a:spLocks xmlns:a="http://schemas.openxmlformats.org/drawingml/2006/main" noGrp="1"/>
          </p:cNvSpPr>
          <p:nvPr/>
        </p:nvSpPr>
        <p:spPr>
          <a:xfrm xmlns:a="http://schemas.openxmlformats.org/drawingml/2006/main">
            <a:off x="723900"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1</a:t>
            </a:r>
          </a:p>
        </p:txBody>
      </p:sp>
      <p:sp>
        <p:nvSpPr>
          <p:cNvPr id="9" name="warmup-pos-2">
            <a:extLst xmlns:a="http://schemas.openxmlformats.org/drawingml/2006/main">
              <a:ext uri="{FF2B5EF4-FFF2-40B4-BE49-F238E27FC236}">
                <a16:creationId xmlns:a16="http://schemas.microsoft.com/office/drawing/2014/main" id="{BECA7DB7-388B-4A2B-95F9-10577C4B1C52}"/>
              </a:ext>
            </a:extLst>
          </p:cNvPr>
          <p:cNvSpPr>
            <a:spLocks xmlns:a="http://schemas.openxmlformats.org/drawingml/2006/main" noGrp="1"/>
          </p:cNvSpPr>
          <p:nvPr/>
        </p:nvSpPr>
        <p:spPr>
          <a:xfrm xmlns:a="http://schemas.openxmlformats.org/drawingml/2006/main">
            <a:off x="2409825"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2</a:t>
            </a:r>
          </a:p>
        </p:txBody>
      </p:sp>
      <p:sp>
        <p:nvSpPr>
          <p:cNvPr id="10" name="warmup-cell-2">
            <a:extLst xmlns:a="http://schemas.openxmlformats.org/drawingml/2006/main">
              <a:ext uri="{FF2B5EF4-FFF2-40B4-BE49-F238E27FC236}">
                <a16:creationId xmlns:a16="http://schemas.microsoft.com/office/drawing/2014/main" id="{1CB7E6FD-B6EB-4B58-9753-3EDC37AEBC19}"/>
              </a:ext>
            </a:extLst>
          </p:cNvPr>
          <p:cNvSpPr>
            <a:spLocks xmlns:a="http://schemas.openxmlformats.org/drawingml/2006/main" noGrp="1"/>
          </p:cNvSpPr>
          <p:nvPr/>
        </p:nvSpPr>
        <p:spPr>
          <a:xfrm xmlns:a="http://schemas.openxmlformats.org/drawingml/2006/main">
            <a:off x="2409825" y="2476500"/>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1" name="warmup-bit-2">
            <a:extLst xmlns:a="http://schemas.openxmlformats.org/drawingml/2006/main">
              <a:ext uri="{FF2B5EF4-FFF2-40B4-BE49-F238E27FC236}">
                <a16:creationId xmlns:a16="http://schemas.microsoft.com/office/drawing/2014/main" id="{472F100E-7E5B-44A3-9914-F253369D64B2}"/>
              </a:ext>
            </a:extLst>
          </p:cNvPr>
          <p:cNvSpPr>
            <a:spLocks xmlns:a="http://schemas.openxmlformats.org/drawingml/2006/main" noGrp="1"/>
          </p:cNvSpPr>
          <p:nvPr/>
        </p:nvSpPr>
        <p:spPr>
          <a:xfrm xmlns:a="http://schemas.openxmlformats.org/drawingml/2006/main">
            <a:off x="2409825"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p₂</a:t>
            </a:r>
          </a:p>
        </p:txBody>
      </p:sp>
      <p:sp>
        <p:nvSpPr>
          <p:cNvPr id="12" name="warmup-role-2">
            <a:extLst xmlns:a="http://schemas.openxmlformats.org/drawingml/2006/main">
              <a:ext uri="{FF2B5EF4-FFF2-40B4-BE49-F238E27FC236}">
                <a16:creationId xmlns:a16="http://schemas.microsoft.com/office/drawing/2014/main" id="{DCF393B1-1616-4096-84D1-843F72971F9F}"/>
              </a:ext>
            </a:extLst>
          </p:cNvPr>
          <p:cNvSpPr>
            <a:spLocks xmlns:a="http://schemas.openxmlformats.org/drawingml/2006/main" noGrp="1"/>
          </p:cNvSpPr>
          <p:nvPr/>
        </p:nvSpPr>
        <p:spPr>
          <a:xfrm xmlns:a="http://schemas.openxmlformats.org/drawingml/2006/main">
            <a:off x="2352675"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2</a:t>
            </a:r>
          </a:p>
        </p:txBody>
      </p:sp>
      <p:sp>
        <p:nvSpPr>
          <p:cNvPr id="13" name="warmup-pos-3">
            <a:extLst xmlns:a="http://schemas.openxmlformats.org/drawingml/2006/main">
              <a:ext uri="{FF2B5EF4-FFF2-40B4-BE49-F238E27FC236}">
                <a16:creationId xmlns:a16="http://schemas.microsoft.com/office/drawing/2014/main" id="{B2511080-134C-4586-B07E-CAD7674DFC5C}"/>
              </a:ext>
            </a:extLst>
          </p:cNvPr>
          <p:cNvSpPr>
            <a:spLocks xmlns:a="http://schemas.openxmlformats.org/drawingml/2006/main" noGrp="1"/>
          </p:cNvSpPr>
          <p:nvPr/>
        </p:nvSpPr>
        <p:spPr>
          <a:xfrm xmlns:a="http://schemas.openxmlformats.org/drawingml/2006/main">
            <a:off x="4038600"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3</a:t>
            </a:r>
          </a:p>
        </p:txBody>
      </p:sp>
      <p:sp>
        <p:nvSpPr>
          <p:cNvPr id="14" name="warmup-cell-3">
            <a:extLst xmlns:a="http://schemas.openxmlformats.org/drawingml/2006/main">
              <a:ext uri="{FF2B5EF4-FFF2-40B4-BE49-F238E27FC236}">
                <a16:creationId xmlns:a16="http://schemas.microsoft.com/office/drawing/2014/main" id="{920118BF-3939-46AD-8992-DA4858DACAC1}"/>
              </a:ext>
            </a:extLst>
          </p:cNvPr>
          <p:cNvSpPr>
            <a:spLocks xmlns:a="http://schemas.openxmlformats.org/drawingml/2006/main" noGrp="1"/>
          </p:cNvSpPr>
          <p:nvPr/>
        </p:nvSpPr>
        <p:spPr>
          <a:xfrm xmlns:a="http://schemas.openxmlformats.org/drawingml/2006/main">
            <a:off x="4038600" y="247650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15" name="warmup-bit-3">
            <a:extLst xmlns:a="http://schemas.openxmlformats.org/drawingml/2006/main">
              <a:ext uri="{FF2B5EF4-FFF2-40B4-BE49-F238E27FC236}">
                <a16:creationId xmlns:a16="http://schemas.microsoft.com/office/drawing/2014/main" id="{EDA6225D-62DB-4DF6-8695-0883434BE381}"/>
              </a:ext>
            </a:extLst>
          </p:cNvPr>
          <p:cNvSpPr>
            <a:spLocks xmlns:a="http://schemas.openxmlformats.org/drawingml/2006/main" noGrp="1"/>
          </p:cNvSpPr>
          <p:nvPr/>
        </p:nvSpPr>
        <p:spPr>
          <a:xfrm xmlns:a="http://schemas.openxmlformats.org/drawingml/2006/main">
            <a:off x="4038600"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d₁</a:t>
            </a:r>
          </a:p>
        </p:txBody>
      </p:sp>
      <p:sp>
        <p:nvSpPr>
          <p:cNvPr id="16" name="warmup-role-3">
            <a:extLst xmlns:a="http://schemas.openxmlformats.org/drawingml/2006/main">
              <a:ext uri="{FF2B5EF4-FFF2-40B4-BE49-F238E27FC236}">
                <a16:creationId xmlns:a16="http://schemas.microsoft.com/office/drawing/2014/main" id="{F6830FC1-5275-4F36-A775-52E97021FA24}"/>
              </a:ext>
            </a:extLst>
          </p:cNvPr>
          <p:cNvSpPr>
            <a:spLocks xmlns:a="http://schemas.openxmlformats.org/drawingml/2006/main" noGrp="1"/>
          </p:cNvSpPr>
          <p:nvPr/>
        </p:nvSpPr>
        <p:spPr>
          <a:xfrm xmlns:a="http://schemas.openxmlformats.org/drawingml/2006/main">
            <a:off x="3981450"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1</a:t>
            </a:r>
          </a:p>
        </p:txBody>
      </p:sp>
      <p:sp>
        <p:nvSpPr>
          <p:cNvPr id="17" name="warmup-pos-4">
            <a:extLst xmlns:a="http://schemas.openxmlformats.org/drawingml/2006/main">
              <a:ext uri="{FF2B5EF4-FFF2-40B4-BE49-F238E27FC236}">
                <a16:creationId xmlns:a16="http://schemas.microsoft.com/office/drawing/2014/main" id="{45D65E8A-B7C9-44B1-9BAE-18E3289A213A}"/>
              </a:ext>
            </a:extLst>
          </p:cNvPr>
          <p:cNvSpPr>
            <a:spLocks xmlns:a="http://schemas.openxmlformats.org/drawingml/2006/main" noGrp="1"/>
          </p:cNvSpPr>
          <p:nvPr/>
        </p:nvSpPr>
        <p:spPr>
          <a:xfrm xmlns:a="http://schemas.openxmlformats.org/drawingml/2006/main">
            <a:off x="5667375"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4</a:t>
            </a:r>
          </a:p>
        </p:txBody>
      </p:sp>
      <p:sp>
        <p:nvSpPr>
          <p:cNvPr id="18" name="warmup-cell-4">
            <a:extLst xmlns:a="http://schemas.openxmlformats.org/drawingml/2006/main">
              <a:ext uri="{FF2B5EF4-FFF2-40B4-BE49-F238E27FC236}">
                <a16:creationId xmlns:a16="http://schemas.microsoft.com/office/drawing/2014/main" id="{1E9A22D1-140C-48D3-B6D6-EBA0F4412C97}"/>
              </a:ext>
            </a:extLst>
          </p:cNvPr>
          <p:cNvSpPr>
            <a:spLocks xmlns:a="http://schemas.openxmlformats.org/drawingml/2006/main" noGrp="1"/>
          </p:cNvSpPr>
          <p:nvPr/>
        </p:nvSpPr>
        <p:spPr>
          <a:xfrm xmlns:a="http://schemas.openxmlformats.org/drawingml/2006/main">
            <a:off x="5667375" y="2476500"/>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9" name="warmup-bit-4">
            <a:extLst xmlns:a="http://schemas.openxmlformats.org/drawingml/2006/main">
              <a:ext uri="{FF2B5EF4-FFF2-40B4-BE49-F238E27FC236}">
                <a16:creationId xmlns:a16="http://schemas.microsoft.com/office/drawing/2014/main" id="{6AB9197F-8123-4B0A-BDD7-F57854E82623}"/>
              </a:ext>
            </a:extLst>
          </p:cNvPr>
          <p:cNvSpPr>
            <a:spLocks xmlns:a="http://schemas.openxmlformats.org/drawingml/2006/main" noGrp="1"/>
          </p:cNvSpPr>
          <p:nvPr/>
        </p:nvSpPr>
        <p:spPr>
          <a:xfrm xmlns:a="http://schemas.openxmlformats.org/drawingml/2006/main">
            <a:off x="5667375"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p₄</a:t>
            </a:r>
          </a:p>
        </p:txBody>
      </p:sp>
      <p:sp>
        <p:nvSpPr>
          <p:cNvPr id="20" name="warmup-role-4">
            <a:extLst xmlns:a="http://schemas.openxmlformats.org/drawingml/2006/main">
              <a:ext uri="{FF2B5EF4-FFF2-40B4-BE49-F238E27FC236}">
                <a16:creationId xmlns:a16="http://schemas.microsoft.com/office/drawing/2014/main" id="{8D6AE72D-EC68-4556-95B0-448BA620FC8E}"/>
              </a:ext>
            </a:extLst>
          </p:cNvPr>
          <p:cNvSpPr>
            <a:spLocks xmlns:a="http://schemas.openxmlformats.org/drawingml/2006/main" noGrp="1"/>
          </p:cNvSpPr>
          <p:nvPr/>
        </p:nvSpPr>
        <p:spPr>
          <a:xfrm xmlns:a="http://schemas.openxmlformats.org/drawingml/2006/main">
            <a:off x="5610225"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4</a:t>
            </a:r>
          </a:p>
        </p:txBody>
      </p:sp>
      <p:sp>
        <p:nvSpPr>
          <p:cNvPr id="21" name="warmup-pos-5">
            <a:extLst xmlns:a="http://schemas.openxmlformats.org/drawingml/2006/main">
              <a:ext uri="{FF2B5EF4-FFF2-40B4-BE49-F238E27FC236}">
                <a16:creationId xmlns:a16="http://schemas.microsoft.com/office/drawing/2014/main" id="{44E48AD5-8303-49EA-B491-B7ED15F29F9C}"/>
              </a:ext>
            </a:extLst>
          </p:cNvPr>
          <p:cNvSpPr>
            <a:spLocks xmlns:a="http://schemas.openxmlformats.org/drawingml/2006/main" noGrp="1"/>
          </p:cNvSpPr>
          <p:nvPr/>
        </p:nvSpPr>
        <p:spPr>
          <a:xfrm xmlns:a="http://schemas.openxmlformats.org/drawingml/2006/main">
            <a:off x="7296150"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5</a:t>
            </a:r>
          </a:p>
        </p:txBody>
      </p:sp>
      <p:sp>
        <p:nvSpPr>
          <p:cNvPr id="22" name="warmup-cell-5">
            <a:extLst xmlns:a="http://schemas.openxmlformats.org/drawingml/2006/main">
              <a:ext uri="{FF2B5EF4-FFF2-40B4-BE49-F238E27FC236}">
                <a16:creationId xmlns:a16="http://schemas.microsoft.com/office/drawing/2014/main" id="{DFD54CBC-6754-45F6-908F-57C8B4E11705}"/>
              </a:ext>
            </a:extLst>
          </p:cNvPr>
          <p:cNvSpPr>
            <a:spLocks xmlns:a="http://schemas.openxmlformats.org/drawingml/2006/main" noGrp="1"/>
          </p:cNvSpPr>
          <p:nvPr/>
        </p:nvSpPr>
        <p:spPr>
          <a:xfrm xmlns:a="http://schemas.openxmlformats.org/drawingml/2006/main">
            <a:off x="7296150" y="247650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23" name="warmup-bit-5">
            <a:extLst xmlns:a="http://schemas.openxmlformats.org/drawingml/2006/main">
              <a:ext uri="{FF2B5EF4-FFF2-40B4-BE49-F238E27FC236}">
                <a16:creationId xmlns:a16="http://schemas.microsoft.com/office/drawing/2014/main" id="{F2962C1D-31B5-4677-9D41-32BEA0A48F4C}"/>
              </a:ext>
            </a:extLst>
          </p:cNvPr>
          <p:cNvSpPr>
            <a:spLocks xmlns:a="http://schemas.openxmlformats.org/drawingml/2006/main" noGrp="1"/>
          </p:cNvSpPr>
          <p:nvPr/>
        </p:nvSpPr>
        <p:spPr>
          <a:xfrm xmlns:a="http://schemas.openxmlformats.org/drawingml/2006/main">
            <a:off x="7296150"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d₂</a:t>
            </a:r>
          </a:p>
        </p:txBody>
      </p:sp>
      <p:sp>
        <p:nvSpPr>
          <p:cNvPr id="24" name="warmup-role-5">
            <a:extLst xmlns:a="http://schemas.openxmlformats.org/drawingml/2006/main">
              <a:ext uri="{FF2B5EF4-FFF2-40B4-BE49-F238E27FC236}">
                <a16:creationId xmlns:a16="http://schemas.microsoft.com/office/drawing/2014/main" id="{0D9FC796-5CAA-4BDE-AF99-5FA3BF44A20A}"/>
              </a:ext>
            </a:extLst>
          </p:cNvPr>
          <p:cNvSpPr>
            <a:spLocks xmlns:a="http://schemas.openxmlformats.org/drawingml/2006/main" noGrp="1"/>
          </p:cNvSpPr>
          <p:nvPr/>
        </p:nvSpPr>
        <p:spPr>
          <a:xfrm xmlns:a="http://schemas.openxmlformats.org/drawingml/2006/main">
            <a:off x="7239000"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2</a:t>
            </a:r>
          </a:p>
        </p:txBody>
      </p:sp>
      <p:sp>
        <p:nvSpPr>
          <p:cNvPr id="25" name="warmup-pos-6">
            <a:extLst xmlns:a="http://schemas.openxmlformats.org/drawingml/2006/main">
              <a:ext uri="{FF2B5EF4-FFF2-40B4-BE49-F238E27FC236}">
                <a16:creationId xmlns:a16="http://schemas.microsoft.com/office/drawing/2014/main" id="{0F8CC4A8-25AA-4A74-96A5-0D901C57163D}"/>
              </a:ext>
            </a:extLst>
          </p:cNvPr>
          <p:cNvSpPr>
            <a:spLocks xmlns:a="http://schemas.openxmlformats.org/drawingml/2006/main" noGrp="1"/>
          </p:cNvSpPr>
          <p:nvPr/>
        </p:nvSpPr>
        <p:spPr>
          <a:xfrm xmlns:a="http://schemas.openxmlformats.org/drawingml/2006/main">
            <a:off x="8924925"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6</a:t>
            </a:r>
          </a:p>
        </p:txBody>
      </p:sp>
      <p:sp>
        <p:nvSpPr>
          <p:cNvPr id="26" name="warmup-cell-6">
            <a:extLst xmlns:a="http://schemas.openxmlformats.org/drawingml/2006/main">
              <a:ext uri="{FF2B5EF4-FFF2-40B4-BE49-F238E27FC236}">
                <a16:creationId xmlns:a16="http://schemas.microsoft.com/office/drawing/2014/main" id="{210D7A83-31C7-46AA-9CDA-48938549695B}"/>
              </a:ext>
            </a:extLst>
          </p:cNvPr>
          <p:cNvSpPr>
            <a:spLocks xmlns:a="http://schemas.openxmlformats.org/drawingml/2006/main" noGrp="1"/>
          </p:cNvSpPr>
          <p:nvPr/>
        </p:nvSpPr>
        <p:spPr>
          <a:xfrm xmlns:a="http://schemas.openxmlformats.org/drawingml/2006/main">
            <a:off x="8924925" y="247650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27" name="warmup-bit-6">
            <a:extLst xmlns:a="http://schemas.openxmlformats.org/drawingml/2006/main">
              <a:ext uri="{FF2B5EF4-FFF2-40B4-BE49-F238E27FC236}">
                <a16:creationId xmlns:a16="http://schemas.microsoft.com/office/drawing/2014/main" id="{F829CCF5-C21E-4304-A30E-E89F75123FE9}"/>
              </a:ext>
            </a:extLst>
          </p:cNvPr>
          <p:cNvSpPr>
            <a:spLocks xmlns:a="http://schemas.openxmlformats.org/drawingml/2006/main" noGrp="1"/>
          </p:cNvSpPr>
          <p:nvPr/>
        </p:nvSpPr>
        <p:spPr>
          <a:xfrm xmlns:a="http://schemas.openxmlformats.org/drawingml/2006/main">
            <a:off x="8924925"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d₃</a:t>
            </a:r>
          </a:p>
        </p:txBody>
      </p:sp>
      <p:sp>
        <p:nvSpPr>
          <p:cNvPr id="28" name="warmup-role-6">
            <a:extLst xmlns:a="http://schemas.openxmlformats.org/drawingml/2006/main">
              <a:ext uri="{FF2B5EF4-FFF2-40B4-BE49-F238E27FC236}">
                <a16:creationId xmlns:a16="http://schemas.microsoft.com/office/drawing/2014/main" id="{260CA15C-8F1D-4228-A610-461A001AC368}"/>
              </a:ext>
            </a:extLst>
          </p:cNvPr>
          <p:cNvSpPr>
            <a:spLocks xmlns:a="http://schemas.openxmlformats.org/drawingml/2006/main" noGrp="1"/>
          </p:cNvSpPr>
          <p:nvPr/>
        </p:nvSpPr>
        <p:spPr>
          <a:xfrm xmlns:a="http://schemas.openxmlformats.org/drawingml/2006/main">
            <a:off x="8867775"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3</a:t>
            </a:r>
          </a:p>
        </p:txBody>
      </p:sp>
      <p:sp>
        <p:nvSpPr>
          <p:cNvPr id="29" name="warmup-pos-7">
            <a:extLst xmlns:a="http://schemas.openxmlformats.org/drawingml/2006/main">
              <a:ext uri="{FF2B5EF4-FFF2-40B4-BE49-F238E27FC236}">
                <a16:creationId xmlns:a16="http://schemas.microsoft.com/office/drawing/2014/main" id="{1D118CB9-1364-4D77-8071-1BDB844B0D32}"/>
              </a:ext>
            </a:extLst>
          </p:cNvPr>
          <p:cNvSpPr>
            <a:spLocks xmlns:a="http://schemas.openxmlformats.org/drawingml/2006/main" noGrp="1"/>
          </p:cNvSpPr>
          <p:nvPr/>
        </p:nvSpPr>
        <p:spPr>
          <a:xfrm xmlns:a="http://schemas.openxmlformats.org/drawingml/2006/main">
            <a:off x="10553700"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7</a:t>
            </a:r>
          </a:p>
        </p:txBody>
      </p:sp>
      <p:sp>
        <p:nvSpPr>
          <p:cNvPr id="30" name="warmup-cell-7">
            <a:extLst xmlns:a="http://schemas.openxmlformats.org/drawingml/2006/main">
              <a:ext uri="{FF2B5EF4-FFF2-40B4-BE49-F238E27FC236}">
                <a16:creationId xmlns:a16="http://schemas.microsoft.com/office/drawing/2014/main" id="{10D3379B-796C-4FF6-A698-E474657DD603}"/>
              </a:ext>
            </a:extLst>
          </p:cNvPr>
          <p:cNvSpPr>
            <a:spLocks xmlns:a="http://schemas.openxmlformats.org/drawingml/2006/main" noGrp="1"/>
          </p:cNvSpPr>
          <p:nvPr/>
        </p:nvSpPr>
        <p:spPr>
          <a:xfrm xmlns:a="http://schemas.openxmlformats.org/drawingml/2006/main">
            <a:off x="10553700" y="247650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31" name="warmup-bit-7">
            <a:extLst xmlns:a="http://schemas.openxmlformats.org/drawingml/2006/main">
              <a:ext uri="{FF2B5EF4-FFF2-40B4-BE49-F238E27FC236}">
                <a16:creationId xmlns:a16="http://schemas.microsoft.com/office/drawing/2014/main" id="{F748653C-A3F4-45EA-902D-451D07F0FDD9}"/>
              </a:ext>
            </a:extLst>
          </p:cNvPr>
          <p:cNvSpPr>
            <a:spLocks xmlns:a="http://schemas.openxmlformats.org/drawingml/2006/main" noGrp="1"/>
          </p:cNvSpPr>
          <p:nvPr/>
        </p:nvSpPr>
        <p:spPr>
          <a:xfrm xmlns:a="http://schemas.openxmlformats.org/drawingml/2006/main">
            <a:off x="10553700"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a:t>
            </a:r>
          </a:p>
        </p:txBody>
      </p:sp>
      <p:sp>
        <p:nvSpPr>
          <p:cNvPr id="32" name="warmup-role-7">
            <a:extLst xmlns:a="http://schemas.openxmlformats.org/drawingml/2006/main">
              <a:ext uri="{FF2B5EF4-FFF2-40B4-BE49-F238E27FC236}">
                <a16:creationId xmlns:a16="http://schemas.microsoft.com/office/drawing/2014/main" id="{0BACA293-7861-4905-8F90-4E2D2002E521}"/>
              </a:ext>
            </a:extLst>
          </p:cNvPr>
          <p:cNvSpPr>
            <a:spLocks xmlns:a="http://schemas.openxmlformats.org/drawingml/2006/main" noGrp="1"/>
          </p:cNvSpPr>
          <p:nvPr/>
        </p:nvSpPr>
        <p:spPr>
          <a:xfrm xmlns:a="http://schemas.openxmlformats.org/drawingml/2006/main">
            <a:off x="10496550"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fixed 0</a:t>
            </a:r>
          </a:p>
        </p:txBody>
      </p:sp>
      <p:sp>
        <p:nvSpPr>
          <p:cNvPr id="33" name="text">
            <a:extLst xmlns:a="http://schemas.openxmlformats.org/drawingml/2006/main">
              <a:ext uri="{FF2B5EF4-FFF2-40B4-BE49-F238E27FC236}">
                <a16:creationId xmlns:a16="http://schemas.microsoft.com/office/drawing/2014/main" id="{FB1745FB-2EC1-4D32-A1FD-1EF27180B008}"/>
              </a:ext>
            </a:extLst>
          </p:cNvPr>
          <p:cNvSpPr>
            <a:spLocks xmlns:a="http://schemas.openxmlformats.org/drawingml/2006/main" noGrp="1"/>
          </p:cNvSpPr>
          <p:nvPr/>
        </p:nvSpPr>
        <p:spPr>
          <a:xfrm xmlns:a="http://schemas.openxmlformats.org/drawingml/2006/main">
            <a:off x="2000250" y="5048250"/>
            <a:ext cx="819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211"/>
          </a:bodyPr>
          <a:lstStyle xmlns:a="http://schemas.openxmlformats.org/drawingml/2006/main"/>
          <a:p xmlns:a="http://schemas.openxmlformats.org/drawingml/2006/main">
            <a:pPr algn="ctr">
              <a:defRPr sz="2325" b="1" i="0">
                <a:solidFill>
                  <a:srgbClr val="000000"/>
                </a:solidFill>
                <a:latin typeface="Helvetica Neue"/>
                <a:ea typeface="Helvetica Neue"/>
                <a:cs typeface="Helvetica Neue"/>
              </a:defRPr>
            </a:pPr>
            <a:r>
              <a:rPr sz="2325" b="1" i="0">
                <a:solidFill>
                  <a:srgbClr val="000000"/>
                </a:solidFill>
                <a:latin typeface="Helvetica Neue"/>
                <a:ea typeface="Helvetica Neue"/>
                <a:cs typeface="Helvetica Neue"/>
              </a:rPr>
              <a:t>Use three message bits in positions 3, 5, 6. Fix position 7 at zero.</a:t>
            </a:r>
          </a:p>
        </p:txBody>
      </p:sp>
      <p:sp>
        <p:nvSpPr>
          <p:cNvPr id="34" name="text">
            <a:extLst xmlns:a="http://schemas.openxmlformats.org/drawingml/2006/main">
              <a:ext uri="{FF2B5EF4-FFF2-40B4-BE49-F238E27FC236}">
                <a16:creationId xmlns:a16="http://schemas.microsoft.com/office/drawing/2014/main" id="{9E40EC3F-7517-4F3C-86AC-10AAC1877142}"/>
              </a:ext>
            </a:extLst>
          </p:cNvPr>
          <p:cNvSpPr>
            <a:spLocks xmlns:a="http://schemas.openxmlformats.org/drawingml/2006/main" noGrp="1"/>
          </p:cNvSpPr>
          <p:nvPr/>
        </p:nvSpPr>
        <p:spPr>
          <a:xfrm xmlns:a="http://schemas.openxmlformats.org/drawingml/2006/main">
            <a:off x="2000250" y="5724525"/>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1">
                <a:solidFill>
                  <a:srgbClr val="59616D"/>
                </a:solidFill>
                <a:latin typeface="Helvetica Neue"/>
                <a:ea typeface="Helvetica Neue"/>
                <a:cs typeface="Helvetica Neue"/>
              </a:defRPr>
            </a:pPr>
            <a:r>
              <a:rPr sz="1350" b="0" i="1">
                <a:solidFill>
                  <a:srgbClr val="59616D"/>
                </a:solidFill>
                <a:latin typeface="Helvetica Neue"/>
                <a:ea typeface="Helvetica Neue"/>
                <a:cs typeface="Helvetica Neue"/>
              </a:rPr>
              <a:t>This is practice inside the full machine—not a standard Hamming(7,3) code.</a:t>
            </a:r>
          </a:p>
        </p:txBody>
      </p:sp>
    </p:spTree>
    <p:extLst>
      <p:ext uri="{BB962C8B-B14F-4D97-AF65-F5344CB8AC3E}">
        <p14:creationId xmlns:p14="http://schemas.microsoft.com/office/powerpoint/2010/main" val="79485072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section-14">
            <a:extLst xmlns:a="http://schemas.openxmlformats.org/drawingml/2006/main">
              <a:ext uri="{FF2B5EF4-FFF2-40B4-BE49-F238E27FC236}">
                <a16:creationId xmlns:a16="http://schemas.microsoft.com/office/drawing/2014/main" id="{B0514719-65C0-4553-8B8A-1F12A8DDACE5}"/>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ENCODE 1 0 1</a:t>
            </a:r>
          </a:p>
        </p:txBody>
      </p:sp>
      <p:sp>
        <p:nvSpPr>
          <p:cNvPr id="2" name="title-14">
            <a:extLst xmlns:a="http://schemas.openxmlformats.org/drawingml/2006/main">
              <a:ext uri="{FF2B5EF4-FFF2-40B4-BE49-F238E27FC236}">
                <a16:creationId xmlns:a16="http://schemas.microsoft.com/office/drawing/2014/main" id="{6291892E-C2C8-4FA5-9093-F111602DD937}"/>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Build the first self-checking word</a:t>
            </a:r>
          </a:p>
        </p:txBody>
      </p:sp>
      <p:cxnSp>
        <p:nvCxnSpPr>
          <p:cNvPr id="38"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14">
            <a:extLst xmlns:a="http://schemas.openxmlformats.org/drawingml/2006/main">
              <a:ext uri="{FF2B5EF4-FFF2-40B4-BE49-F238E27FC236}">
                <a16:creationId xmlns:a16="http://schemas.microsoft.com/office/drawing/2014/main" id="{DB56439F-A171-4863-A717-8645012A35EB}"/>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14</a:t>
            </a:r>
          </a:p>
        </p:txBody>
      </p:sp>
      <p:sp>
        <p:nvSpPr>
          <p:cNvPr id="5" name="warm-try-pos-1">
            <a:extLst xmlns:a="http://schemas.openxmlformats.org/drawingml/2006/main">
              <a:ext uri="{FF2B5EF4-FFF2-40B4-BE49-F238E27FC236}">
                <a16:creationId xmlns:a16="http://schemas.microsoft.com/office/drawing/2014/main" id="{0A85B838-6EF7-4631-8540-12B3B75FAD43}"/>
              </a:ext>
            </a:extLst>
          </p:cNvPr>
          <p:cNvSpPr>
            <a:spLocks xmlns:a="http://schemas.openxmlformats.org/drawingml/2006/main" noGrp="1"/>
          </p:cNvSpPr>
          <p:nvPr/>
        </p:nvSpPr>
        <p:spPr>
          <a:xfrm xmlns:a="http://schemas.openxmlformats.org/drawingml/2006/main">
            <a:off x="781050" y="20193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1</a:t>
            </a:r>
          </a:p>
        </p:txBody>
      </p:sp>
      <p:sp>
        <p:nvSpPr>
          <p:cNvPr id="6" name="warm-try-cell-1">
            <a:extLst xmlns:a="http://schemas.openxmlformats.org/drawingml/2006/main">
              <a:ext uri="{FF2B5EF4-FFF2-40B4-BE49-F238E27FC236}">
                <a16:creationId xmlns:a16="http://schemas.microsoft.com/office/drawing/2014/main" id="{8EBC867C-A0A7-49E3-9B62-1E23378A90FD}"/>
              </a:ext>
            </a:extLst>
          </p:cNvPr>
          <p:cNvSpPr>
            <a:spLocks xmlns:a="http://schemas.openxmlformats.org/drawingml/2006/main" noGrp="1"/>
          </p:cNvSpPr>
          <p:nvPr/>
        </p:nvSpPr>
        <p:spPr>
          <a:xfrm xmlns:a="http://schemas.openxmlformats.org/drawingml/2006/main">
            <a:off x="781050" y="2381250"/>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7" name="warm-try-bit-1">
            <a:extLst xmlns:a="http://schemas.openxmlformats.org/drawingml/2006/main">
              <a:ext uri="{FF2B5EF4-FFF2-40B4-BE49-F238E27FC236}">
                <a16:creationId xmlns:a16="http://schemas.microsoft.com/office/drawing/2014/main" id="{148447F5-7DA3-4838-8FFC-B60C53EB8333}"/>
              </a:ext>
            </a:extLst>
          </p:cNvPr>
          <p:cNvSpPr>
            <a:spLocks xmlns:a="http://schemas.openxmlformats.org/drawingml/2006/main" noGrp="1"/>
          </p:cNvSpPr>
          <p:nvPr/>
        </p:nvSpPr>
        <p:spPr>
          <a:xfrm xmlns:a="http://schemas.openxmlformats.org/drawingml/2006/main">
            <a:off x="781050" y="260985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a:t>
            </a:r>
          </a:p>
        </p:txBody>
      </p:sp>
      <p:sp>
        <p:nvSpPr>
          <p:cNvPr id="8" name="warm-try-role-1">
            <a:extLst xmlns:a="http://schemas.openxmlformats.org/drawingml/2006/main">
              <a:ext uri="{FF2B5EF4-FFF2-40B4-BE49-F238E27FC236}">
                <a16:creationId xmlns:a16="http://schemas.microsoft.com/office/drawing/2014/main" id="{067307D2-5517-4286-B023-E8FFCC59482B}"/>
              </a:ext>
            </a:extLst>
          </p:cNvPr>
          <p:cNvSpPr>
            <a:spLocks xmlns:a="http://schemas.openxmlformats.org/drawingml/2006/main" noGrp="1"/>
          </p:cNvSpPr>
          <p:nvPr/>
        </p:nvSpPr>
        <p:spPr>
          <a:xfrm xmlns:a="http://schemas.openxmlformats.org/drawingml/2006/main">
            <a:off x="723900" y="378142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1</a:t>
            </a:r>
          </a:p>
        </p:txBody>
      </p:sp>
      <p:sp>
        <p:nvSpPr>
          <p:cNvPr id="9" name="warm-try-pos-2">
            <a:extLst xmlns:a="http://schemas.openxmlformats.org/drawingml/2006/main">
              <a:ext uri="{FF2B5EF4-FFF2-40B4-BE49-F238E27FC236}">
                <a16:creationId xmlns:a16="http://schemas.microsoft.com/office/drawing/2014/main" id="{D4FD32EF-98DE-474E-8F09-038D9F91CF0C}"/>
              </a:ext>
            </a:extLst>
          </p:cNvPr>
          <p:cNvSpPr>
            <a:spLocks xmlns:a="http://schemas.openxmlformats.org/drawingml/2006/main" noGrp="1"/>
          </p:cNvSpPr>
          <p:nvPr/>
        </p:nvSpPr>
        <p:spPr>
          <a:xfrm xmlns:a="http://schemas.openxmlformats.org/drawingml/2006/main">
            <a:off x="2409825" y="20193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2</a:t>
            </a:r>
          </a:p>
        </p:txBody>
      </p:sp>
      <p:sp>
        <p:nvSpPr>
          <p:cNvPr id="10" name="warm-try-cell-2">
            <a:extLst xmlns:a="http://schemas.openxmlformats.org/drawingml/2006/main">
              <a:ext uri="{FF2B5EF4-FFF2-40B4-BE49-F238E27FC236}">
                <a16:creationId xmlns:a16="http://schemas.microsoft.com/office/drawing/2014/main" id="{772A7CB0-8D5F-4E0A-A545-A361B697B72D}"/>
              </a:ext>
            </a:extLst>
          </p:cNvPr>
          <p:cNvSpPr>
            <a:spLocks xmlns:a="http://schemas.openxmlformats.org/drawingml/2006/main" noGrp="1"/>
          </p:cNvSpPr>
          <p:nvPr/>
        </p:nvSpPr>
        <p:spPr>
          <a:xfrm xmlns:a="http://schemas.openxmlformats.org/drawingml/2006/main">
            <a:off x="2409825" y="2381250"/>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1" name="warm-try-bit-2">
            <a:extLst xmlns:a="http://schemas.openxmlformats.org/drawingml/2006/main">
              <a:ext uri="{FF2B5EF4-FFF2-40B4-BE49-F238E27FC236}">
                <a16:creationId xmlns:a16="http://schemas.microsoft.com/office/drawing/2014/main" id="{D12C3EFF-BA58-4E9F-A30F-314BD808728C}"/>
              </a:ext>
            </a:extLst>
          </p:cNvPr>
          <p:cNvSpPr>
            <a:spLocks xmlns:a="http://schemas.openxmlformats.org/drawingml/2006/main" noGrp="1"/>
          </p:cNvSpPr>
          <p:nvPr/>
        </p:nvSpPr>
        <p:spPr>
          <a:xfrm xmlns:a="http://schemas.openxmlformats.org/drawingml/2006/main">
            <a:off x="2409825" y="260985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a:t>
            </a:r>
          </a:p>
        </p:txBody>
      </p:sp>
      <p:sp>
        <p:nvSpPr>
          <p:cNvPr id="12" name="warm-try-role-2">
            <a:extLst xmlns:a="http://schemas.openxmlformats.org/drawingml/2006/main">
              <a:ext uri="{FF2B5EF4-FFF2-40B4-BE49-F238E27FC236}">
                <a16:creationId xmlns:a16="http://schemas.microsoft.com/office/drawing/2014/main" id="{E6BFCE9D-5443-473A-AC3A-A8D969D73B1C}"/>
              </a:ext>
            </a:extLst>
          </p:cNvPr>
          <p:cNvSpPr>
            <a:spLocks xmlns:a="http://schemas.openxmlformats.org/drawingml/2006/main" noGrp="1"/>
          </p:cNvSpPr>
          <p:nvPr/>
        </p:nvSpPr>
        <p:spPr>
          <a:xfrm xmlns:a="http://schemas.openxmlformats.org/drawingml/2006/main">
            <a:off x="2352675" y="378142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2</a:t>
            </a:r>
          </a:p>
        </p:txBody>
      </p:sp>
      <p:sp>
        <p:nvSpPr>
          <p:cNvPr id="13" name="warm-try-pos-3">
            <a:extLst xmlns:a="http://schemas.openxmlformats.org/drawingml/2006/main">
              <a:ext uri="{FF2B5EF4-FFF2-40B4-BE49-F238E27FC236}">
                <a16:creationId xmlns:a16="http://schemas.microsoft.com/office/drawing/2014/main" id="{07838AA8-3893-46F0-A358-F1662C27E728}"/>
              </a:ext>
            </a:extLst>
          </p:cNvPr>
          <p:cNvSpPr>
            <a:spLocks xmlns:a="http://schemas.openxmlformats.org/drawingml/2006/main" noGrp="1"/>
          </p:cNvSpPr>
          <p:nvPr/>
        </p:nvSpPr>
        <p:spPr>
          <a:xfrm xmlns:a="http://schemas.openxmlformats.org/drawingml/2006/main">
            <a:off x="4038600" y="20193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3</a:t>
            </a:r>
          </a:p>
        </p:txBody>
      </p:sp>
      <p:sp>
        <p:nvSpPr>
          <p:cNvPr id="14" name="warm-try-cell-3">
            <a:extLst xmlns:a="http://schemas.openxmlformats.org/drawingml/2006/main">
              <a:ext uri="{FF2B5EF4-FFF2-40B4-BE49-F238E27FC236}">
                <a16:creationId xmlns:a16="http://schemas.microsoft.com/office/drawing/2014/main" id="{6114FD95-B88F-43F8-A7C0-0D7AA89F585B}"/>
              </a:ext>
            </a:extLst>
          </p:cNvPr>
          <p:cNvSpPr>
            <a:spLocks xmlns:a="http://schemas.openxmlformats.org/drawingml/2006/main" noGrp="1"/>
          </p:cNvSpPr>
          <p:nvPr/>
        </p:nvSpPr>
        <p:spPr>
          <a:xfrm xmlns:a="http://schemas.openxmlformats.org/drawingml/2006/main">
            <a:off x="4038600" y="238125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15" name="warm-try-bit-3">
            <a:extLst xmlns:a="http://schemas.openxmlformats.org/drawingml/2006/main">
              <a:ext uri="{FF2B5EF4-FFF2-40B4-BE49-F238E27FC236}">
                <a16:creationId xmlns:a16="http://schemas.microsoft.com/office/drawing/2014/main" id="{DB9612DF-7621-43F8-9449-FA2E85EA5270}"/>
              </a:ext>
            </a:extLst>
          </p:cNvPr>
          <p:cNvSpPr>
            <a:spLocks xmlns:a="http://schemas.openxmlformats.org/drawingml/2006/main" noGrp="1"/>
          </p:cNvSpPr>
          <p:nvPr/>
        </p:nvSpPr>
        <p:spPr>
          <a:xfrm xmlns:a="http://schemas.openxmlformats.org/drawingml/2006/main">
            <a:off x="4038600" y="260985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16" name="warm-try-role-3">
            <a:extLst xmlns:a="http://schemas.openxmlformats.org/drawingml/2006/main">
              <a:ext uri="{FF2B5EF4-FFF2-40B4-BE49-F238E27FC236}">
                <a16:creationId xmlns:a16="http://schemas.microsoft.com/office/drawing/2014/main" id="{7FD3C9C1-D1FA-4109-9CF0-E8C703F0894D}"/>
              </a:ext>
            </a:extLst>
          </p:cNvPr>
          <p:cNvSpPr>
            <a:spLocks xmlns:a="http://schemas.openxmlformats.org/drawingml/2006/main" noGrp="1"/>
          </p:cNvSpPr>
          <p:nvPr/>
        </p:nvSpPr>
        <p:spPr>
          <a:xfrm xmlns:a="http://schemas.openxmlformats.org/drawingml/2006/main">
            <a:off x="3981450" y="378142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1</a:t>
            </a:r>
          </a:p>
        </p:txBody>
      </p:sp>
      <p:sp>
        <p:nvSpPr>
          <p:cNvPr id="17" name="warm-try-pos-4">
            <a:extLst xmlns:a="http://schemas.openxmlformats.org/drawingml/2006/main">
              <a:ext uri="{FF2B5EF4-FFF2-40B4-BE49-F238E27FC236}">
                <a16:creationId xmlns:a16="http://schemas.microsoft.com/office/drawing/2014/main" id="{230A1875-FF03-4741-B825-F1B5B963E57C}"/>
              </a:ext>
            </a:extLst>
          </p:cNvPr>
          <p:cNvSpPr>
            <a:spLocks xmlns:a="http://schemas.openxmlformats.org/drawingml/2006/main" noGrp="1"/>
          </p:cNvSpPr>
          <p:nvPr/>
        </p:nvSpPr>
        <p:spPr>
          <a:xfrm xmlns:a="http://schemas.openxmlformats.org/drawingml/2006/main">
            <a:off x="5667375" y="20193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4</a:t>
            </a:r>
          </a:p>
        </p:txBody>
      </p:sp>
      <p:sp>
        <p:nvSpPr>
          <p:cNvPr id="18" name="warm-try-cell-4">
            <a:extLst xmlns:a="http://schemas.openxmlformats.org/drawingml/2006/main">
              <a:ext uri="{FF2B5EF4-FFF2-40B4-BE49-F238E27FC236}">
                <a16:creationId xmlns:a16="http://schemas.microsoft.com/office/drawing/2014/main" id="{4BE924BF-92B4-4007-808D-EDC07AA5993F}"/>
              </a:ext>
            </a:extLst>
          </p:cNvPr>
          <p:cNvSpPr>
            <a:spLocks xmlns:a="http://schemas.openxmlformats.org/drawingml/2006/main" noGrp="1"/>
          </p:cNvSpPr>
          <p:nvPr/>
        </p:nvSpPr>
        <p:spPr>
          <a:xfrm xmlns:a="http://schemas.openxmlformats.org/drawingml/2006/main">
            <a:off x="5667375" y="2381250"/>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9" name="warm-try-bit-4">
            <a:extLst xmlns:a="http://schemas.openxmlformats.org/drawingml/2006/main">
              <a:ext uri="{FF2B5EF4-FFF2-40B4-BE49-F238E27FC236}">
                <a16:creationId xmlns:a16="http://schemas.microsoft.com/office/drawing/2014/main" id="{DC2E4EA8-FE91-4F26-87B6-3C0988B21320}"/>
              </a:ext>
            </a:extLst>
          </p:cNvPr>
          <p:cNvSpPr>
            <a:spLocks xmlns:a="http://schemas.openxmlformats.org/drawingml/2006/main" noGrp="1"/>
          </p:cNvSpPr>
          <p:nvPr/>
        </p:nvSpPr>
        <p:spPr>
          <a:xfrm xmlns:a="http://schemas.openxmlformats.org/drawingml/2006/main">
            <a:off x="5667375" y="260985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a:t>
            </a:r>
          </a:p>
        </p:txBody>
      </p:sp>
      <p:sp>
        <p:nvSpPr>
          <p:cNvPr id="20" name="warm-try-role-4">
            <a:extLst xmlns:a="http://schemas.openxmlformats.org/drawingml/2006/main">
              <a:ext uri="{FF2B5EF4-FFF2-40B4-BE49-F238E27FC236}">
                <a16:creationId xmlns:a16="http://schemas.microsoft.com/office/drawing/2014/main" id="{999AFB8F-3846-4B9D-B141-6A7506A5B6A3}"/>
              </a:ext>
            </a:extLst>
          </p:cNvPr>
          <p:cNvSpPr>
            <a:spLocks xmlns:a="http://schemas.openxmlformats.org/drawingml/2006/main" noGrp="1"/>
          </p:cNvSpPr>
          <p:nvPr/>
        </p:nvSpPr>
        <p:spPr>
          <a:xfrm xmlns:a="http://schemas.openxmlformats.org/drawingml/2006/main">
            <a:off x="5610225" y="378142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4</a:t>
            </a:r>
          </a:p>
        </p:txBody>
      </p:sp>
      <p:sp>
        <p:nvSpPr>
          <p:cNvPr id="21" name="warm-try-pos-5">
            <a:extLst xmlns:a="http://schemas.openxmlformats.org/drawingml/2006/main">
              <a:ext uri="{FF2B5EF4-FFF2-40B4-BE49-F238E27FC236}">
                <a16:creationId xmlns:a16="http://schemas.microsoft.com/office/drawing/2014/main" id="{0D8E6266-8186-4F0A-9958-6123AE55729C}"/>
              </a:ext>
            </a:extLst>
          </p:cNvPr>
          <p:cNvSpPr>
            <a:spLocks xmlns:a="http://schemas.openxmlformats.org/drawingml/2006/main" noGrp="1"/>
          </p:cNvSpPr>
          <p:nvPr/>
        </p:nvSpPr>
        <p:spPr>
          <a:xfrm xmlns:a="http://schemas.openxmlformats.org/drawingml/2006/main">
            <a:off x="7296150" y="20193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5</a:t>
            </a:r>
          </a:p>
        </p:txBody>
      </p:sp>
      <p:sp>
        <p:nvSpPr>
          <p:cNvPr id="22" name="warm-try-cell-5">
            <a:extLst xmlns:a="http://schemas.openxmlformats.org/drawingml/2006/main">
              <a:ext uri="{FF2B5EF4-FFF2-40B4-BE49-F238E27FC236}">
                <a16:creationId xmlns:a16="http://schemas.microsoft.com/office/drawing/2014/main" id="{1E2AC386-2583-4370-B71C-52222344A41D}"/>
              </a:ext>
            </a:extLst>
          </p:cNvPr>
          <p:cNvSpPr>
            <a:spLocks xmlns:a="http://schemas.openxmlformats.org/drawingml/2006/main" noGrp="1"/>
          </p:cNvSpPr>
          <p:nvPr/>
        </p:nvSpPr>
        <p:spPr>
          <a:xfrm xmlns:a="http://schemas.openxmlformats.org/drawingml/2006/main">
            <a:off x="7296150" y="238125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23" name="warm-try-bit-5">
            <a:extLst xmlns:a="http://schemas.openxmlformats.org/drawingml/2006/main">
              <a:ext uri="{FF2B5EF4-FFF2-40B4-BE49-F238E27FC236}">
                <a16:creationId xmlns:a16="http://schemas.microsoft.com/office/drawing/2014/main" id="{F12E7155-798B-4505-8186-870D37F917E1}"/>
              </a:ext>
            </a:extLst>
          </p:cNvPr>
          <p:cNvSpPr>
            <a:spLocks xmlns:a="http://schemas.openxmlformats.org/drawingml/2006/main" noGrp="1"/>
          </p:cNvSpPr>
          <p:nvPr/>
        </p:nvSpPr>
        <p:spPr>
          <a:xfrm xmlns:a="http://schemas.openxmlformats.org/drawingml/2006/main">
            <a:off x="7296150" y="260985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a:t>
            </a:r>
          </a:p>
        </p:txBody>
      </p:sp>
      <p:sp>
        <p:nvSpPr>
          <p:cNvPr id="24" name="warm-try-role-5">
            <a:extLst xmlns:a="http://schemas.openxmlformats.org/drawingml/2006/main">
              <a:ext uri="{FF2B5EF4-FFF2-40B4-BE49-F238E27FC236}">
                <a16:creationId xmlns:a16="http://schemas.microsoft.com/office/drawing/2014/main" id="{D3D9FEB8-15F5-4C3B-B64A-B5042587D2B8}"/>
              </a:ext>
            </a:extLst>
          </p:cNvPr>
          <p:cNvSpPr>
            <a:spLocks xmlns:a="http://schemas.openxmlformats.org/drawingml/2006/main" noGrp="1"/>
          </p:cNvSpPr>
          <p:nvPr/>
        </p:nvSpPr>
        <p:spPr>
          <a:xfrm xmlns:a="http://schemas.openxmlformats.org/drawingml/2006/main">
            <a:off x="7239000" y="378142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2</a:t>
            </a:r>
          </a:p>
        </p:txBody>
      </p:sp>
      <p:sp>
        <p:nvSpPr>
          <p:cNvPr id="25" name="warm-try-pos-6">
            <a:extLst xmlns:a="http://schemas.openxmlformats.org/drawingml/2006/main">
              <a:ext uri="{FF2B5EF4-FFF2-40B4-BE49-F238E27FC236}">
                <a16:creationId xmlns:a16="http://schemas.microsoft.com/office/drawing/2014/main" id="{0B0973B3-902D-4FD5-9AFE-F7D73B7C7221}"/>
              </a:ext>
            </a:extLst>
          </p:cNvPr>
          <p:cNvSpPr>
            <a:spLocks xmlns:a="http://schemas.openxmlformats.org/drawingml/2006/main" noGrp="1"/>
          </p:cNvSpPr>
          <p:nvPr/>
        </p:nvSpPr>
        <p:spPr>
          <a:xfrm xmlns:a="http://schemas.openxmlformats.org/drawingml/2006/main">
            <a:off x="8924925" y="20193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6</a:t>
            </a:r>
          </a:p>
        </p:txBody>
      </p:sp>
      <p:sp>
        <p:nvSpPr>
          <p:cNvPr id="26" name="warm-try-cell-6">
            <a:extLst xmlns:a="http://schemas.openxmlformats.org/drawingml/2006/main">
              <a:ext uri="{FF2B5EF4-FFF2-40B4-BE49-F238E27FC236}">
                <a16:creationId xmlns:a16="http://schemas.microsoft.com/office/drawing/2014/main" id="{052F1A27-1304-43CF-A8A9-E5943FE12D3A}"/>
              </a:ext>
            </a:extLst>
          </p:cNvPr>
          <p:cNvSpPr>
            <a:spLocks xmlns:a="http://schemas.openxmlformats.org/drawingml/2006/main" noGrp="1"/>
          </p:cNvSpPr>
          <p:nvPr/>
        </p:nvSpPr>
        <p:spPr>
          <a:xfrm xmlns:a="http://schemas.openxmlformats.org/drawingml/2006/main">
            <a:off x="8924925" y="238125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27" name="warm-try-bit-6">
            <a:extLst xmlns:a="http://schemas.openxmlformats.org/drawingml/2006/main">
              <a:ext uri="{FF2B5EF4-FFF2-40B4-BE49-F238E27FC236}">
                <a16:creationId xmlns:a16="http://schemas.microsoft.com/office/drawing/2014/main" id="{31A6A724-3A63-45D1-8EA9-AF4E97CC31C6}"/>
              </a:ext>
            </a:extLst>
          </p:cNvPr>
          <p:cNvSpPr>
            <a:spLocks xmlns:a="http://schemas.openxmlformats.org/drawingml/2006/main" noGrp="1"/>
          </p:cNvSpPr>
          <p:nvPr/>
        </p:nvSpPr>
        <p:spPr>
          <a:xfrm xmlns:a="http://schemas.openxmlformats.org/drawingml/2006/main">
            <a:off x="8924925" y="260985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28" name="warm-try-role-6">
            <a:extLst xmlns:a="http://schemas.openxmlformats.org/drawingml/2006/main">
              <a:ext uri="{FF2B5EF4-FFF2-40B4-BE49-F238E27FC236}">
                <a16:creationId xmlns:a16="http://schemas.microsoft.com/office/drawing/2014/main" id="{4F5F004D-3AB7-466B-A19B-29ACDDBD13E1}"/>
              </a:ext>
            </a:extLst>
          </p:cNvPr>
          <p:cNvSpPr>
            <a:spLocks xmlns:a="http://schemas.openxmlformats.org/drawingml/2006/main" noGrp="1"/>
          </p:cNvSpPr>
          <p:nvPr/>
        </p:nvSpPr>
        <p:spPr>
          <a:xfrm xmlns:a="http://schemas.openxmlformats.org/drawingml/2006/main">
            <a:off x="8867775" y="378142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3</a:t>
            </a:r>
          </a:p>
        </p:txBody>
      </p:sp>
      <p:sp>
        <p:nvSpPr>
          <p:cNvPr id="29" name="warm-try-pos-7">
            <a:extLst xmlns:a="http://schemas.openxmlformats.org/drawingml/2006/main">
              <a:ext uri="{FF2B5EF4-FFF2-40B4-BE49-F238E27FC236}">
                <a16:creationId xmlns:a16="http://schemas.microsoft.com/office/drawing/2014/main" id="{D9D1E088-D820-4A63-AF43-165F0A1C6D74}"/>
              </a:ext>
            </a:extLst>
          </p:cNvPr>
          <p:cNvSpPr>
            <a:spLocks xmlns:a="http://schemas.openxmlformats.org/drawingml/2006/main" noGrp="1"/>
          </p:cNvSpPr>
          <p:nvPr/>
        </p:nvSpPr>
        <p:spPr>
          <a:xfrm xmlns:a="http://schemas.openxmlformats.org/drawingml/2006/main">
            <a:off x="10553700" y="201930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7</a:t>
            </a:r>
          </a:p>
        </p:txBody>
      </p:sp>
      <p:sp>
        <p:nvSpPr>
          <p:cNvPr id="30" name="warm-try-cell-7">
            <a:extLst xmlns:a="http://schemas.openxmlformats.org/drawingml/2006/main">
              <a:ext uri="{FF2B5EF4-FFF2-40B4-BE49-F238E27FC236}">
                <a16:creationId xmlns:a16="http://schemas.microsoft.com/office/drawing/2014/main" id="{EA9E46C5-19BC-4290-BB04-0D1BE288B1F6}"/>
              </a:ext>
            </a:extLst>
          </p:cNvPr>
          <p:cNvSpPr>
            <a:spLocks xmlns:a="http://schemas.openxmlformats.org/drawingml/2006/main" noGrp="1"/>
          </p:cNvSpPr>
          <p:nvPr/>
        </p:nvSpPr>
        <p:spPr>
          <a:xfrm xmlns:a="http://schemas.openxmlformats.org/drawingml/2006/main">
            <a:off x="10553700" y="238125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31" name="warm-try-bit-7">
            <a:extLst xmlns:a="http://schemas.openxmlformats.org/drawingml/2006/main">
              <a:ext uri="{FF2B5EF4-FFF2-40B4-BE49-F238E27FC236}">
                <a16:creationId xmlns:a16="http://schemas.microsoft.com/office/drawing/2014/main" id="{2A09BF93-F43B-4BC3-9B43-A5A9B37E8D51}"/>
              </a:ext>
            </a:extLst>
          </p:cNvPr>
          <p:cNvSpPr>
            <a:spLocks xmlns:a="http://schemas.openxmlformats.org/drawingml/2006/main" noGrp="1"/>
          </p:cNvSpPr>
          <p:nvPr/>
        </p:nvSpPr>
        <p:spPr>
          <a:xfrm xmlns:a="http://schemas.openxmlformats.org/drawingml/2006/main">
            <a:off x="10553700" y="260985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a:t>
            </a:r>
          </a:p>
        </p:txBody>
      </p:sp>
      <p:sp>
        <p:nvSpPr>
          <p:cNvPr id="32" name="warm-try-role-7">
            <a:extLst xmlns:a="http://schemas.openxmlformats.org/drawingml/2006/main">
              <a:ext uri="{FF2B5EF4-FFF2-40B4-BE49-F238E27FC236}">
                <a16:creationId xmlns:a16="http://schemas.microsoft.com/office/drawing/2014/main" id="{F99D436E-FF03-4DC6-A8DC-CF12D09685CD}"/>
              </a:ext>
            </a:extLst>
          </p:cNvPr>
          <p:cNvSpPr>
            <a:spLocks xmlns:a="http://schemas.openxmlformats.org/drawingml/2006/main" noGrp="1"/>
          </p:cNvSpPr>
          <p:nvPr/>
        </p:nvSpPr>
        <p:spPr>
          <a:xfrm xmlns:a="http://schemas.openxmlformats.org/drawingml/2006/main">
            <a:off x="10496550" y="378142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fixed 0</a:t>
            </a:r>
          </a:p>
        </p:txBody>
      </p:sp>
      <p:sp>
        <p:nvSpPr>
          <p:cNvPr id="33" name="text">
            <a:extLst xmlns:a="http://schemas.openxmlformats.org/drawingml/2006/main">
              <a:ext uri="{FF2B5EF4-FFF2-40B4-BE49-F238E27FC236}">
                <a16:creationId xmlns:a16="http://schemas.microsoft.com/office/drawing/2014/main" id="{CA460221-624A-4119-A322-29C08F8F1512}"/>
              </a:ext>
            </a:extLst>
          </p:cNvPr>
          <p:cNvSpPr>
            <a:spLocks xmlns:a="http://schemas.openxmlformats.org/drawingml/2006/main" noGrp="1"/>
          </p:cNvSpPr>
          <p:nvPr/>
        </p:nvSpPr>
        <p:spPr>
          <a:xfrm xmlns:a="http://schemas.openxmlformats.org/drawingml/2006/main">
            <a:off x="1619250" y="4953000"/>
            <a:ext cx="8953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828"/>
          </a:bodyPr>
          <a:lstStyle xmlns:a="http://schemas.openxmlformats.org/drawingml/2006/main"/>
          <a:p xmlns:a="http://schemas.openxmlformats.org/drawingml/2006/main">
            <a:pPr algn="ctr">
              <a:defRPr sz="2175" b="1" i="0">
                <a:solidFill>
                  <a:srgbClr val="000000"/>
                </a:solidFill>
                <a:latin typeface="Helvetica Neue"/>
                <a:ea typeface="Helvetica Neue"/>
                <a:cs typeface="Helvetica Neue"/>
              </a:defRPr>
            </a:pPr>
            <a:r>
              <a:rPr sz="2175" b="1" i="0">
                <a:solidFill>
                  <a:srgbClr val="000000"/>
                </a:solidFill>
                <a:latin typeface="Helvetica Neue"/>
                <a:ea typeface="Helvetica Neue"/>
                <a:cs typeface="Helvetica Neue"/>
              </a:rPr>
              <a:t>For each question: count the known 1s, then choose its knob to make the total even.</a:t>
            </a:r>
          </a:p>
        </p:txBody>
      </p:sp>
      <p:sp>
        <p:nvSpPr>
          <p:cNvPr id="34" name="prompt-badge">
            <a:extLst xmlns:a="http://schemas.openxmlformats.org/drawingml/2006/main">
              <a:ext uri="{FF2B5EF4-FFF2-40B4-BE49-F238E27FC236}">
                <a16:creationId xmlns:a16="http://schemas.microsoft.com/office/drawing/2014/main" id="{D2EEDB8A-2B2A-42FE-B7B5-FD50AD0646AB}"/>
              </a:ext>
            </a:extLst>
          </p:cNvPr>
          <p:cNvSpPr>
            <a:spLocks xmlns:a="http://schemas.openxmlformats.org/drawingml/2006/main" noGrp="1"/>
          </p:cNvSpPr>
          <p:nvPr/>
        </p:nvSpPr>
        <p:spPr>
          <a:xfrm xmlns:a="http://schemas.openxmlformats.org/drawingml/2006/main">
            <a:off x="3429000" y="5800725"/>
            <a:ext cx="5334000" cy="533400"/>
          </a:xfrm>
          <a:prstGeom xmlns:a="http://schemas.openxmlformats.org/drawingml/2006/main" prst="roundRect">
            <a:avLst>
              <a:gd name="adj" fmla="val 21429"/>
            </a:avLst>
          </a:prstGeom>
          <a:solidFill xmlns:a="http://schemas.openxmlformats.org/drawingml/2006/main">
            <a:srgbClr val="FF625E"/>
          </a:solidFill>
          <a:ln xmlns:a="http://schemas.openxmlformats.org/drawingml/2006/main" w="9525">
            <a:solidFill>
              <a:srgbClr val="FF625E"/>
            </a:solidFill>
            <a:prstDash val="solid"/>
          </a:ln>
        </p:spPr>
      </p:sp>
      <p:sp>
        <p:nvSpPr>
          <p:cNvPr id="35" name="prompt-badge-text">
            <a:extLst xmlns:a="http://schemas.openxmlformats.org/drawingml/2006/main">
              <a:ext uri="{FF2B5EF4-FFF2-40B4-BE49-F238E27FC236}">
                <a16:creationId xmlns:a16="http://schemas.microsoft.com/office/drawing/2014/main" id="{42D731DB-9F01-4C95-831B-9FB950DC986C}"/>
              </a:ext>
            </a:extLst>
          </p:cNvPr>
          <p:cNvSpPr>
            <a:spLocks xmlns:a="http://schemas.openxmlformats.org/drawingml/2006/main" noGrp="1"/>
          </p:cNvSpPr>
          <p:nvPr/>
        </p:nvSpPr>
        <p:spPr>
          <a:xfrm xmlns:a="http://schemas.openxmlformats.org/drawingml/2006/main">
            <a:off x="3581400" y="5915025"/>
            <a:ext cx="502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FFFFFF"/>
                </a:solidFill>
                <a:latin typeface="Helvetica Neue"/>
                <a:ea typeface="Helvetica Neue"/>
                <a:cs typeface="Helvetica Neue"/>
              </a:defRPr>
            </a:pPr>
            <a:r>
              <a:rPr sz="1575" b="1" i="0">
                <a:solidFill>
                  <a:srgbClr val="FFFFFF"/>
                </a:solidFill>
                <a:latin typeface="Helvetica Neue"/>
                <a:ea typeface="Helvetica Neue"/>
                <a:cs typeface="Helvetica Neue"/>
              </a:rPr>
              <a:t>WHY CAN EACH KNOB BE SOLVED SEPARATELY?</a:t>
            </a:r>
          </a:p>
        </p:txBody>
      </p:sp>
    </p:spTree>
    <p:extLst>
      <p:ext uri="{BB962C8B-B14F-4D97-AF65-F5344CB8AC3E}">
        <p14:creationId xmlns:p14="http://schemas.microsoft.com/office/powerpoint/2010/main" val="93014231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section-15">
            <a:extLst xmlns:a="http://schemas.openxmlformats.org/drawingml/2006/main">
              <a:ext uri="{FF2B5EF4-FFF2-40B4-BE49-F238E27FC236}">
                <a16:creationId xmlns:a16="http://schemas.microsoft.com/office/drawing/2014/main" id="{257FB5B6-A06D-40D8-853E-F616EA7340C4}"/>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WARM-UP REVEAL</a:t>
            </a:r>
          </a:p>
        </p:txBody>
      </p:sp>
      <p:sp>
        <p:nvSpPr>
          <p:cNvPr id="2" name="title-15">
            <a:extLst xmlns:a="http://schemas.openxmlformats.org/drawingml/2006/main">
              <a:ext uri="{FF2B5EF4-FFF2-40B4-BE49-F238E27FC236}">
                <a16:creationId xmlns:a16="http://schemas.microsoft.com/office/drawing/2014/main" id="{3BF1B924-1086-4C9D-AEB0-42A529CCE821}"/>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000000"/>
                </a:solidFill>
                <a:latin typeface="Helvetica Neue"/>
                <a:ea typeface="Helvetica Neue"/>
                <a:cs typeface="Helvetica Neue"/>
              </a:defRPr>
            </a:pPr>
            <a:r>
              <a:rPr sz="3450" b="1" i="0">
                <a:solidFill>
                  <a:srgbClr val="000000"/>
                </a:solidFill>
                <a:latin typeface="Helvetica Neue"/>
                <a:ea typeface="Helvetica Neue"/>
                <a:cs typeface="Helvetica Neue"/>
              </a:rPr>
              <a:t>Every check is even because we chose it that way</a:t>
            </a:r>
          </a:p>
        </p:txBody>
      </p:sp>
      <p:cxnSp>
        <p:nvCxnSpPr>
          <p:cNvPr id="39"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15">
            <a:extLst xmlns:a="http://schemas.openxmlformats.org/drawingml/2006/main">
              <a:ext uri="{FF2B5EF4-FFF2-40B4-BE49-F238E27FC236}">
                <a16:creationId xmlns:a16="http://schemas.microsoft.com/office/drawing/2014/main" id="{E51C85C8-FA39-47DD-AFA5-A427009855E1}"/>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15</a:t>
            </a:r>
          </a:p>
        </p:txBody>
      </p:sp>
      <p:sp>
        <p:nvSpPr>
          <p:cNvPr id="5" name="warm-reveal-pos-1">
            <a:extLst xmlns:a="http://schemas.openxmlformats.org/drawingml/2006/main">
              <a:ext uri="{FF2B5EF4-FFF2-40B4-BE49-F238E27FC236}">
                <a16:creationId xmlns:a16="http://schemas.microsoft.com/office/drawing/2014/main" id="{3FEBD15F-C939-469E-9B41-3C3DBFE36AC6}"/>
              </a:ext>
            </a:extLst>
          </p:cNvPr>
          <p:cNvSpPr>
            <a:spLocks xmlns:a="http://schemas.openxmlformats.org/drawingml/2006/main" noGrp="1"/>
          </p:cNvSpPr>
          <p:nvPr/>
        </p:nvSpPr>
        <p:spPr>
          <a:xfrm xmlns:a="http://schemas.openxmlformats.org/drawingml/2006/main">
            <a:off x="781050" y="197167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1</a:t>
            </a:r>
          </a:p>
        </p:txBody>
      </p:sp>
      <p:sp>
        <p:nvSpPr>
          <p:cNvPr id="6" name="warm-reveal-cell-1">
            <a:extLst xmlns:a="http://schemas.openxmlformats.org/drawingml/2006/main">
              <a:ext uri="{FF2B5EF4-FFF2-40B4-BE49-F238E27FC236}">
                <a16:creationId xmlns:a16="http://schemas.microsoft.com/office/drawing/2014/main" id="{DF950CE7-8CDB-459C-8416-00C5A9BA42CB}"/>
              </a:ext>
            </a:extLst>
          </p:cNvPr>
          <p:cNvSpPr>
            <a:spLocks xmlns:a="http://schemas.openxmlformats.org/drawingml/2006/main" noGrp="1"/>
          </p:cNvSpPr>
          <p:nvPr/>
        </p:nvSpPr>
        <p:spPr>
          <a:xfrm xmlns:a="http://schemas.openxmlformats.org/drawingml/2006/main">
            <a:off x="781050" y="2333625"/>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7" name="warm-reveal-bit-1">
            <a:extLst xmlns:a="http://schemas.openxmlformats.org/drawingml/2006/main">
              <a:ext uri="{FF2B5EF4-FFF2-40B4-BE49-F238E27FC236}">
                <a16:creationId xmlns:a16="http://schemas.microsoft.com/office/drawing/2014/main" id="{12831E5E-BBC0-455D-AA9A-487A567FC4B1}"/>
              </a:ext>
            </a:extLst>
          </p:cNvPr>
          <p:cNvSpPr>
            <a:spLocks xmlns:a="http://schemas.openxmlformats.org/drawingml/2006/main" noGrp="1"/>
          </p:cNvSpPr>
          <p:nvPr/>
        </p:nvSpPr>
        <p:spPr>
          <a:xfrm xmlns:a="http://schemas.openxmlformats.org/drawingml/2006/main">
            <a:off x="781050" y="256222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8" name="warm-reveal-role-1">
            <a:extLst xmlns:a="http://schemas.openxmlformats.org/drawingml/2006/main">
              <a:ext uri="{FF2B5EF4-FFF2-40B4-BE49-F238E27FC236}">
                <a16:creationId xmlns:a16="http://schemas.microsoft.com/office/drawing/2014/main" id="{33FEFE69-F7BF-46DB-BB3F-EB297BA58C0A}"/>
              </a:ext>
            </a:extLst>
          </p:cNvPr>
          <p:cNvSpPr>
            <a:spLocks xmlns:a="http://schemas.openxmlformats.org/drawingml/2006/main" noGrp="1"/>
          </p:cNvSpPr>
          <p:nvPr/>
        </p:nvSpPr>
        <p:spPr>
          <a:xfrm xmlns:a="http://schemas.openxmlformats.org/drawingml/2006/main">
            <a:off x="723900" y="37338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1</a:t>
            </a:r>
          </a:p>
        </p:txBody>
      </p:sp>
      <p:sp>
        <p:nvSpPr>
          <p:cNvPr id="9" name="warm-reveal-pos-2">
            <a:extLst xmlns:a="http://schemas.openxmlformats.org/drawingml/2006/main">
              <a:ext uri="{FF2B5EF4-FFF2-40B4-BE49-F238E27FC236}">
                <a16:creationId xmlns:a16="http://schemas.microsoft.com/office/drawing/2014/main" id="{BC7111F6-41E5-4AAD-BF5A-ABC2AFDDF059}"/>
              </a:ext>
            </a:extLst>
          </p:cNvPr>
          <p:cNvSpPr>
            <a:spLocks xmlns:a="http://schemas.openxmlformats.org/drawingml/2006/main" noGrp="1"/>
          </p:cNvSpPr>
          <p:nvPr/>
        </p:nvSpPr>
        <p:spPr>
          <a:xfrm xmlns:a="http://schemas.openxmlformats.org/drawingml/2006/main">
            <a:off x="2409825" y="197167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2</a:t>
            </a:r>
          </a:p>
        </p:txBody>
      </p:sp>
      <p:sp>
        <p:nvSpPr>
          <p:cNvPr id="10" name="warm-reveal-cell-2">
            <a:extLst xmlns:a="http://schemas.openxmlformats.org/drawingml/2006/main">
              <a:ext uri="{FF2B5EF4-FFF2-40B4-BE49-F238E27FC236}">
                <a16:creationId xmlns:a16="http://schemas.microsoft.com/office/drawing/2014/main" id="{F355472A-BA8C-458C-8242-6BB8BEE6ECEC}"/>
              </a:ext>
            </a:extLst>
          </p:cNvPr>
          <p:cNvSpPr>
            <a:spLocks xmlns:a="http://schemas.openxmlformats.org/drawingml/2006/main" noGrp="1"/>
          </p:cNvSpPr>
          <p:nvPr/>
        </p:nvSpPr>
        <p:spPr>
          <a:xfrm xmlns:a="http://schemas.openxmlformats.org/drawingml/2006/main">
            <a:off x="2409825" y="2333625"/>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1" name="warm-reveal-bit-2">
            <a:extLst xmlns:a="http://schemas.openxmlformats.org/drawingml/2006/main">
              <a:ext uri="{FF2B5EF4-FFF2-40B4-BE49-F238E27FC236}">
                <a16:creationId xmlns:a16="http://schemas.microsoft.com/office/drawing/2014/main" id="{43D5E5C0-43AD-4E27-9C66-1A3F915D2D21}"/>
              </a:ext>
            </a:extLst>
          </p:cNvPr>
          <p:cNvSpPr>
            <a:spLocks xmlns:a="http://schemas.openxmlformats.org/drawingml/2006/main" noGrp="1"/>
          </p:cNvSpPr>
          <p:nvPr/>
        </p:nvSpPr>
        <p:spPr>
          <a:xfrm xmlns:a="http://schemas.openxmlformats.org/drawingml/2006/main">
            <a:off x="2409825" y="256222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a:t>
            </a:r>
          </a:p>
        </p:txBody>
      </p:sp>
      <p:sp>
        <p:nvSpPr>
          <p:cNvPr id="12" name="warm-reveal-role-2">
            <a:extLst xmlns:a="http://schemas.openxmlformats.org/drawingml/2006/main">
              <a:ext uri="{FF2B5EF4-FFF2-40B4-BE49-F238E27FC236}">
                <a16:creationId xmlns:a16="http://schemas.microsoft.com/office/drawing/2014/main" id="{04D46206-FBCD-4C0E-A97B-6B5C2D3910D8}"/>
              </a:ext>
            </a:extLst>
          </p:cNvPr>
          <p:cNvSpPr>
            <a:spLocks xmlns:a="http://schemas.openxmlformats.org/drawingml/2006/main" noGrp="1"/>
          </p:cNvSpPr>
          <p:nvPr/>
        </p:nvSpPr>
        <p:spPr>
          <a:xfrm xmlns:a="http://schemas.openxmlformats.org/drawingml/2006/main">
            <a:off x="2352675" y="37338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2</a:t>
            </a:r>
          </a:p>
        </p:txBody>
      </p:sp>
      <p:sp>
        <p:nvSpPr>
          <p:cNvPr id="13" name="warm-reveal-pos-3">
            <a:extLst xmlns:a="http://schemas.openxmlformats.org/drawingml/2006/main">
              <a:ext uri="{FF2B5EF4-FFF2-40B4-BE49-F238E27FC236}">
                <a16:creationId xmlns:a16="http://schemas.microsoft.com/office/drawing/2014/main" id="{8B2FC4A7-86FA-427A-A12B-C4DF5DDCEE16}"/>
              </a:ext>
            </a:extLst>
          </p:cNvPr>
          <p:cNvSpPr>
            <a:spLocks xmlns:a="http://schemas.openxmlformats.org/drawingml/2006/main" noGrp="1"/>
          </p:cNvSpPr>
          <p:nvPr/>
        </p:nvSpPr>
        <p:spPr>
          <a:xfrm xmlns:a="http://schemas.openxmlformats.org/drawingml/2006/main">
            <a:off x="4038600" y="197167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3</a:t>
            </a:r>
          </a:p>
        </p:txBody>
      </p:sp>
      <p:sp>
        <p:nvSpPr>
          <p:cNvPr id="14" name="warm-reveal-cell-3">
            <a:extLst xmlns:a="http://schemas.openxmlformats.org/drawingml/2006/main">
              <a:ext uri="{FF2B5EF4-FFF2-40B4-BE49-F238E27FC236}">
                <a16:creationId xmlns:a16="http://schemas.microsoft.com/office/drawing/2014/main" id="{666C7E59-05B3-408D-93F2-05C48F172F6F}"/>
              </a:ext>
            </a:extLst>
          </p:cNvPr>
          <p:cNvSpPr>
            <a:spLocks xmlns:a="http://schemas.openxmlformats.org/drawingml/2006/main" noGrp="1"/>
          </p:cNvSpPr>
          <p:nvPr/>
        </p:nvSpPr>
        <p:spPr>
          <a:xfrm xmlns:a="http://schemas.openxmlformats.org/drawingml/2006/main">
            <a:off x="4038600" y="2333625"/>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15" name="warm-reveal-bit-3">
            <a:extLst xmlns:a="http://schemas.openxmlformats.org/drawingml/2006/main">
              <a:ext uri="{FF2B5EF4-FFF2-40B4-BE49-F238E27FC236}">
                <a16:creationId xmlns:a16="http://schemas.microsoft.com/office/drawing/2014/main" id="{C57394D9-CDCB-4C59-A027-111B6198DDE8}"/>
              </a:ext>
            </a:extLst>
          </p:cNvPr>
          <p:cNvSpPr>
            <a:spLocks xmlns:a="http://schemas.openxmlformats.org/drawingml/2006/main" noGrp="1"/>
          </p:cNvSpPr>
          <p:nvPr/>
        </p:nvSpPr>
        <p:spPr>
          <a:xfrm xmlns:a="http://schemas.openxmlformats.org/drawingml/2006/main">
            <a:off x="4038600" y="256222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16" name="warm-reveal-role-3">
            <a:extLst xmlns:a="http://schemas.openxmlformats.org/drawingml/2006/main">
              <a:ext uri="{FF2B5EF4-FFF2-40B4-BE49-F238E27FC236}">
                <a16:creationId xmlns:a16="http://schemas.microsoft.com/office/drawing/2014/main" id="{D572CD7A-48E4-4324-94A7-2E56ECE2B812}"/>
              </a:ext>
            </a:extLst>
          </p:cNvPr>
          <p:cNvSpPr>
            <a:spLocks xmlns:a="http://schemas.openxmlformats.org/drawingml/2006/main" noGrp="1"/>
          </p:cNvSpPr>
          <p:nvPr/>
        </p:nvSpPr>
        <p:spPr>
          <a:xfrm xmlns:a="http://schemas.openxmlformats.org/drawingml/2006/main">
            <a:off x="3981450" y="37338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1</a:t>
            </a:r>
          </a:p>
        </p:txBody>
      </p:sp>
      <p:sp>
        <p:nvSpPr>
          <p:cNvPr id="17" name="warm-reveal-pos-4">
            <a:extLst xmlns:a="http://schemas.openxmlformats.org/drawingml/2006/main">
              <a:ext uri="{FF2B5EF4-FFF2-40B4-BE49-F238E27FC236}">
                <a16:creationId xmlns:a16="http://schemas.microsoft.com/office/drawing/2014/main" id="{4841FDBF-DFF0-44BA-8C49-85888691ECDD}"/>
              </a:ext>
            </a:extLst>
          </p:cNvPr>
          <p:cNvSpPr>
            <a:spLocks xmlns:a="http://schemas.openxmlformats.org/drawingml/2006/main" noGrp="1"/>
          </p:cNvSpPr>
          <p:nvPr/>
        </p:nvSpPr>
        <p:spPr>
          <a:xfrm xmlns:a="http://schemas.openxmlformats.org/drawingml/2006/main">
            <a:off x="5667375" y="197167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4</a:t>
            </a:r>
          </a:p>
        </p:txBody>
      </p:sp>
      <p:sp>
        <p:nvSpPr>
          <p:cNvPr id="18" name="warm-reveal-cell-4">
            <a:extLst xmlns:a="http://schemas.openxmlformats.org/drawingml/2006/main">
              <a:ext uri="{FF2B5EF4-FFF2-40B4-BE49-F238E27FC236}">
                <a16:creationId xmlns:a16="http://schemas.microsoft.com/office/drawing/2014/main" id="{1E69F1E1-7433-462B-B430-5131B2F595C0}"/>
              </a:ext>
            </a:extLst>
          </p:cNvPr>
          <p:cNvSpPr>
            <a:spLocks xmlns:a="http://schemas.openxmlformats.org/drawingml/2006/main" noGrp="1"/>
          </p:cNvSpPr>
          <p:nvPr/>
        </p:nvSpPr>
        <p:spPr>
          <a:xfrm xmlns:a="http://schemas.openxmlformats.org/drawingml/2006/main">
            <a:off x="5667375" y="2333625"/>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9" name="warm-reveal-bit-4">
            <a:extLst xmlns:a="http://schemas.openxmlformats.org/drawingml/2006/main">
              <a:ext uri="{FF2B5EF4-FFF2-40B4-BE49-F238E27FC236}">
                <a16:creationId xmlns:a16="http://schemas.microsoft.com/office/drawing/2014/main" id="{818140C1-4E0C-4264-84D3-1946134C194A}"/>
              </a:ext>
            </a:extLst>
          </p:cNvPr>
          <p:cNvSpPr>
            <a:spLocks xmlns:a="http://schemas.openxmlformats.org/drawingml/2006/main" noGrp="1"/>
          </p:cNvSpPr>
          <p:nvPr/>
        </p:nvSpPr>
        <p:spPr>
          <a:xfrm xmlns:a="http://schemas.openxmlformats.org/drawingml/2006/main">
            <a:off x="5667375" y="256222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20" name="warm-reveal-role-4">
            <a:extLst xmlns:a="http://schemas.openxmlformats.org/drawingml/2006/main">
              <a:ext uri="{FF2B5EF4-FFF2-40B4-BE49-F238E27FC236}">
                <a16:creationId xmlns:a16="http://schemas.microsoft.com/office/drawing/2014/main" id="{21F58F3A-76F6-430D-A64B-E1EE21606A29}"/>
              </a:ext>
            </a:extLst>
          </p:cNvPr>
          <p:cNvSpPr>
            <a:spLocks xmlns:a="http://schemas.openxmlformats.org/drawingml/2006/main" noGrp="1"/>
          </p:cNvSpPr>
          <p:nvPr/>
        </p:nvSpPr>
        <p:spPr>
          <a:xfrm xmlns:a="http://schemas.openxmlformats.org/drawingml/2006/main">
            <a:off x="5610225" y="37338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4</a:t>
            </a:r>
          </a:p>
        </p:txBody>
      </p:sp>
      <p:sp>
        <p:nvSpPr>
          <p:cNvPr id="21" name="warm-reveal-pos-5">
            <a:extLst xmlns:a="http://schemas.openxmlformats.org/drawingml/2006/main">
              <a:ext uri="{FF2B5EF4-FFF2-40B4-BE49-F238E27FC236}">
                <a16:creationId xmlns:a16="http://schemas.microsoft.com/office/drawing/2014/main" id="{19308F49-BCC6-4DAD-B628-20ED189CEA37}"/>
              </a:ext>
            </a:extLst>
          </p:cNvPr>
          <p:cNvSpPr>
            <a:spLocks xmlns:a="http://schemas.openxmlformats.org/drawingml/2006/main" noGrp="1"/>
          </p:cNvSpPr>
          <p:nvPr/>
        </p:nvSpPr>
        <p:spPr>
          <a:xfrm xmlns:a="http://schemas.openxmlformats.org/drawingml/2006/main">
            <a:off x="7296150" y="197167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5</a:t>
            </a:r>
          </a:p>
        </p:txBody>
      </p:sp>
      <p:sp>
        <p:nvSpPr>
          <p:cNvPr id="22" name="warm-reveal-cell-5">
            <a:extLst xmlns:a="http://schemas.openxmlformats.org/drawingml/2006/main">
              <a:ext uri="{FF2B5EF4-FFF2-40B4-BE49-F238E27FC236}">
                <a16:creationId xmlns:a16="http://schemas.microsoft.com/office/drawing/2014/main" id="{3C1B1E1A-E338-4D6C-BCA6-4F3AF4F21889}"/>
              </a:ext>
            </a:extLst>
          </p:cNvPr>
          <p:cNvSpPr>
            <a:spLocks xmlns:a="http://schemas.openxmlformats.org/drawingml/2006/main" noGrp="1"/>
          </p:cNvSpPr>
          <p:nvPr/>
        </p:nvSpPr>
        <p:spPr>
          <a:xfrm xmlns:a="http://schemas.openxmlformats.org/drawingml/2006/main">
            <a:off x="7296150" y="2333625"/>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23" name="warm-reveal-bit-5">
            <a:extLst xmlns:a="http://schemas.openxmlformats.org/drawingml/2006/main">
              <a:ext uri="{FF2B5EF4-FFF2-40B4-BE49-F238E27FC236}">
                <a16:creationId xmlns:a16="http://schemas.microsoft.com/office/drawing/2014/main" id="{51F0B9B3-6E9A-4706-BF61-AD238A8CC722}"/>
              </a:ext>
            </a:extLst>
          </p:cNvPr>
          <p:cNvSpPr>
            <a:spLocks xmlns:a="http://schemas.openxmlformats.org/drawingml/2006/main" noGrp="1"/>
          </p:cNvSpPr>
          <p:nvPr/>
        </p:nvSpPr>
        <p:spPr>
          <a:xfrm xmlns:a="http://schemas.openxmlformats.org/drawingml/2006/main">
            <a:off x="7296150" y="256222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a:t>
            </a:r>
          </a:p>
        </p:txBody>
      </p:sp>
      <p:sp>
        <p:nvSpPr>
          <p:cNvPr id="24" name="warm-reveal-role-5">
            <a:extLst xmlns:a="http://schemas.openxmlformats.org/drawingml/2006/main">
              <a:ext uri="{FF2B5EF4-FFF2-40B4-BE49-F238E27FC236}">
                <a16:creationId xmlns:a16="http://schemas.microsoft.com/office/drawing/2014/main" id="{E6B3746C-A1CB-4509-AC8D-17AFC8971BCC}"/>
              </a:ext>
            </a:extLst>
          </p:cNvPr>
          <p:cNvSpPr>
            <a:spLocks xmlns:a="http://schemas.openxmlformats.org/drawingml/2006/main" noGrp="1"/>
          </p:cNvSpPr>
          <p:nvPr/>
        </p:nvSpPr>
        <p:spPr>
          <a:xfrm xmlns:a="http://schemas.openxmlformats.org/drawingml/2006/main">
            <a:off x="7239000" y="37338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2</a:t>
            </a:r>
          </a:p>
        </p:txBody>
      </p:sp>
      <p:sp>
        <p:nvSpPr>
          <p:cNvPr id="25" name="warm-reveal-pos-6">
            <a:extLst xmlns:a="http://schemas.openxmlformats.org/drawingml/2006/main">
              <a:ext uri="{FF2B5EF4-FFF2-40B4-BE49-F238E27FC236}">
                <a16:creationId xmlns:a16="http://schemas.microsoft.com/office/drawing/2014/main" id="{163980E9-E9E5-4FE2-88F1-B29825B583A3}"/>
              </a:ext>
            </a:extLst>
          </p:cNvPr>
          <p:cNvSpPr>
            <a:spLocks xmlns:a="http://schemas.openxmlformats.org/drawingml/2006/main" noGrp="1"/>
          </p:cNvSpPr>
          <p:nvPr/>
        </p:nvSpPr>
        <p:spPr>
          <a:xfrm xmlns:a="http://schemas.openxmlformats.org/drawingml/2006/main">
            <a:off x="8924925" y="197167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6</a:t>
            </a:r>
          </a:p>
        </p:txBody>
      </p:sp>
      <p:sp>
        <p:nvSpPr>
          <p:cNvPr id="26" name="warm-reveal-cell-6">
            <a:extLst xmlns:a="http://schemas.openxmlformats.org/drawingml/2006/main">
              <a:ext uri="{FF2B5EF4-FFF2-40B4-BE49-F238E27FC236}">
                <a16:creationId xmlns:a16="http://schemas.microsoft.com/office/drawing/2014/main" id="{6AEA01A1-DF3F-4782-8F5A-993C4AFE72ED}"/>
              </a:ext>
            </a:extLst>
          </p:cNvPr>
          <p:cNvSpPr>
            <a:spLocks xmlns:a="http://schemas.openxmlformats.org/drawingml/2006/main" noGrp="1"/>
          </p:cNvSpPr>
          <p:nvPr/>
        </p:nvSpPr>
        <p:spPr>
          <a:xfrm xmlns:a="http://schemas.openxmlformats.org/drawingml/2006/main">
            <a:off x="8924925" y="2333625"/>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27" name="warm-reveal-bit-6">
            <a:extLst xmlns:a="http://schemas.openxmlformats.org/drawingml/2006/main">
              <a:ext uri="{FF2B5EF4-FFF2-40B4-BE49-F238E27FC236}">
                <a16:creationId xmlns:a16="http://schemas.microsoft.com/office/drawing/2014/main" id="{85C0CFAC-CC73-45C5-A66B-2EA500801573}"/>
              </a:ext>
            </a:extLst>
          </p:cNvPr>
          <p:cNvSpPr>
            <a:spLocks xmlns:a="http://schemas.openxmlformats.org/drawingml/2006/main" noGrp="1"/>
          </p:cNvSpPr>
          <p:nvPr/>
        </p:nvSpPr>
        <p:spPr>
          <a:xfrm xmlns:a="http://schemas.openxmlformats.org/drawingml/2006/main">
            <a:off x="8924925" y="256222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28" name="warm-reveal-role-6">
            <a:extLst xmlns:a="http://schemas.openxmlformats.org/drawingml/2006/main">
              <a:ext uri="{FF2B5EF4-FFF2-40B4-BE49-F238E27FC236}">
                <a16:creationId xmlns:a16="http://schemas.microsoft.com/office/drawing/2014/main" id="{ECCC430E-1599-4679-A737-456811654A7C}"/>
              </a:ext>
            </a:extLst>
          </p:cNvPr>
          <p:cNvSpPr>
            <a:spLocks xmlns:a="http://schemas.openxmlformats.org/drawingml/2006/main" noGrp="1"/>
          </p:cNvSpPr>
          <p:nvPr/>
        </p:nvSpPr>
        <p:spPr>
          <a:xfrm xmlns:a="http://schemas.openxmlformats.org/drawingml/2006/main">
            <a:off x="8867775" y="37338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3</a:t>
            </a:r>
          </a:p>
        </p:txBody>
      </p:sp>
      <p:sp>
        <p:nvSpPr>
          <p:cNvPr id="29" name="warm-reveal-pos-7">
            <a:extLst xmlns:a="http://schemas.openxmlformats.org/drawingml/2006/main">
              <a:ext uri="{FF2B5EF4-FFF2-40B4-BE49-F238E27FC236}">
                <a16:creationId xmlns:a16="http://schemas.microsoft.com/office/drawing/2014/main" id="{AA70E254-7C10-4176-B416-3FF4416AC2B8}"/>
              </a:ext>
            </a:extLst>
          </p:cNvPr>
          <p:cNvSpPr>
            <a:spLocks xmlns:a="http://schemas.openxmlformats.org/drawingml/2006/main" noGrp="1"/>
          </p:cNvSpPr>
          <p:nvPr/>
        </p:nvSpPr>
        <p:spPr>
          <a:xfrm xmlns:a="http://schemas.openxmlformats.org/drawingml/2006/main">
            <a:off x="10553700" y="197167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7</a:t>
            </a:r>
          </a:p>
        </p:txBody>
      </p:sp>
      <p:sp>
        <p:nvSpPr>
          <p:cNvPr id="30" name="warm-reveal-cell-7">
            <a:extLst xmlns:a="http://schemas.openxmlformats.org/drawingml/2006/main">
              <a:ext uri="{FF2B5EF4-FFF2-40B4-BE49-F238E27FC236}">
                <a16:creationId xmlns:a16="http://schemas.microsoft.com/office/drawing/2014/main" id="{5E8EE0CA-6E75-40E2-8A5F-A5F321F3A86D}"/>
              </a:ext>
            </a:extLst>
          </p:cNvPr>
          <p:cNvSpPr>
            <a:spLocks xmlns:a="http://schemas.openxmlformats.org/drawingml/2006/main" noGrp="1"/>
          </p:cNvSpPr>
          <p:nvPr/>
        </p:nvSpPr>
        <p:spPr>
          <a:xfrm xmlns:a="http://schemas.openxmlformats.org/drawingml/2006/main">
            <a:off x="10553700" y="2333625"/>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31" name="warm-reveal-bit-7">
            <a:extLst xmlns:a="http://schemas.openxmlformats.org/drawingml/2006/main">
              <a:ext uri="{FF2B5EF4-FFF2-40B4-BE49-F238E27FC236}">
                <a16:creationId xmlns:a16="http://schemas.microsoft.com/office/drawing/2014/main" id="{A601BB63-3D75-4E5A-9BFD-2AE196378AB8}"/>
              </a:ext>
            </a:extLst>
          </p:cNvPr>
          <p:cNvSpPr>
            <a:spLocks xmlns:a="http://schemas.openxmlformats.org/drawingml/2006/main" noGrp="1"/>
          </p:cNvSpPr>
          <p:nvPr/>
        </p:nvSpPr>
        <p:spPr>
          <a:xfrm xmlns:a="http://schemas.openxmlformats.org/drawingml/2006/main">
            <a:off x="10553700" y="256222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a:t>
            </a:r>
          </a:p>
        </p:txBody>
      </p:sp>
      <p:sp>
        <p:nvSpPr>
          <p:cNvPr id="32" name="warm-reveal-role-7">
            <a:extLst xmlns:a="http://schemas.openxmlformats.org/drawingml/2006/main">
              <a:ext uri="{FF2B5EF4-FFF2-40B4-BE49-F238E27FC236}">
                <a16:creationId xmlns:a16="http://schemas.microsoft.com/office/drawing/2014/main" id="{909014D8-C0D7-4460-9A7F-3108F5D34411}"/>
              </a:ext>
            </a:extLst>
          </p:cNvPr>
          <p:cNvSpPr>
            <a:spLocks xmlns:a="http://schemas.openxmlformats.org/drawingml/2006/main" noGrp="1"/>
          </p:cNvSpPr>
          <p:nvPr/>
        </p:nvSpPr>
        <p:spPr>
          <a:xfrm xmlns:a="http://schemas.openxmlformats.org/drawingml/2006/main">
            <a:off x="10496550" y="37338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fixed 0</a:t>
            </a:r>
          </a:p>
        </p:txBody>
      </p:sp>
      <p:sp>
        <p:nvSpPr>
          <p:cNvPr id="33" name="text">
            <a:extLst xmlns:a="http://schemas.openxmlformats.org/drawingml/2006/main">
              <a:ext uri="{FF2B5EF4-FFF2-40B4-BE49-F238E27FC236}">
                <a16:creationId xmlns:a16="http://schemas.microsoft.com/office/drawing/2014/main" id="{43A256AE-612A-4D3F-AF26-BF1851CCD5F5}"/>
              </a:ext>
            </a:extLst>
          </p:cNvPr>
          <p:cNvSpPr>
            <a:spLocks xmlns:a="http://schemas.openxmlformats.org/drawingml/2006/main" noGrp="1"/>
          </p:cNvSpPr>
          <p:nvPr/>
        </p:nvSpPr>
        <p:spPr>
          <a:xfrm xmlns:a="http://schemas.openxmlformats.org/drawingml/2006/main">
            <a:off x="762000" y="49053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6DCBF4"/>
                </a:solidFill>
                <a:latin typeface="Helvetica Neue"/>
                <a:ea typeface="Helvetica Neue"/>
                <a:cs typeface="Helvetica Neue"/>
              </a:defRPr>
            </a:pPr>
            <a:r>
              <a:rPr sz="1725" b="1" i="0">
                <a:solidFill>
                  <a:srgbClr val="6DCBF4"/>
                </a:solidFill>
                <a:latin typeface="Helvetica Neue"/>
                <a:ea typeface="Helvetica Neue"/>
                <a:cs typeface="Helvetica Neue"/>
              </a:rPr>
              <a:t>Q1: 1+1+0+0=2</a:t>
            </a:r>
          </a:p>
        </p:txBody>
      </p:sp>
      <p:sp>
        <p:nvSpPr>
          <p:cNvPr id="34" name="text">
            <a:extLst xmlns:a="http://schemas.openxmlformats.org/drawingml/2006/main">
              <a:ext uri="{FF2B5EF4-FFF2-40B4-BE49-F238E27FC236}">
                <a16:creationId xmlns:a16="http://schemas.microsoft.com/office/drawing/2014/main" id="{4653F84F-7A3D-4626-B544-4EE378BF4ABC}"/>
              </a:ext>
            </a:extLst>
          </p:cNvPr>
          <p:cNvSpPr>
            <a:spLocks xmlns:a="http://schemas.openxmlformats.org/drawingml/2006/main" noGrp="1"/>
          </p:cNvSpPr>
          <p:nvPr/>
        </p:nvSpPr>
        <p:spPr>
          <a:xfrm xmlns:a="http://schemas.openxmlformats.org/drawingml/2006/main">
            <a:off x="4476750" y="49053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3D8DFF"/>
                </a:solidFill>
                <a:latin typeface="Helvetica Neue"/>
                <a:ea typeface="Helvetica Neue"/>
                <a:cs typeface="Helvetica Neue"/>
              </a:defRPr>
            </a:pPr>
            <a:r>
              <a:rPr sz="1725" b="1" i="0">
                <a:solidFill>
                  <a:srgbClr val="3D8DFF"/>
                </a:solidFill>
                <a:latin typeface="Helvetica Neue"/>
                <a:ea typeface="Helvetica Neue"/>
                <a:cs typeface="Helvetica Neue"/>
              </a:rPr>
              <a:t>Q2: 0+1+1+0=2</a:t>
            </a:r>
          </a:p>
        </p:txBody>
      </p:sp>
      <p:sp>
        <p:nvSpPr>
          <p:cNvPr id="35" name="text">
            <a:extLst xmlns:a="http://schemas.openxmlformats.org/drawingml/2006/main">
              <a:ext uri="{FF2B5EF4-FFF2-40B4-BE49-F238E27FC236}">
                <a16:creationId xmlns:a16="http://schemas.microsoft.com/office/drawing/2014/main" id="{1AA22790-8848-4D15-B946-4DEFE7E78F10}"/>
              </a:ext>
            </a:extLst>
          </p:cNvPr>
          <p:cNvSpPr>
            <a:spLocks xmlns:a="http://schemas.openxmlformats.org/drawingml/2006/main" noGrp="1"/>
          </p:cNvSpPr>
          <p:nvPr/>
        </p:nvSpPr>
        <p:spPr>
          <a:xfrm xmlns:a="http://schemas.openxmlformats.org/drawingml/2006/main">
            <a:off x="8191500" y="4905375"/>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i="0">
                <a:solidFill>
                  <a:srgbClr val="7B61FF"/>
                </a:solidFill>
                <a:latin typeface="Helvetica Neue"/>
                <a:ea typeface="Helvetica Neue"/>
                <a:cs typeface="Helvetica Neue"/>
              </a:defRPr>
            </a:pPr>
            <a:r>
              <a:rPr sz="1725" b="1" i="0">
                <a:solidFill>
                  <a:srgbClr val="7B61FF"/>
                </a:solidFill>
                <a:latin typeface="Helvetica Neue"/>
                <a:ea typeface="Helvetica Neue"/>
                <a:cs typeface="Helvetica Neue"/>
              </a:rPr>
              <a:t>Q4: 1+0+1+0=2</a:t>
            </a:r>
          </a:p>
        </p:txBody>
      </p:sp>
      <p:sp>
        <p:nvSpPr>
          <p:cNvPr id="36" name="text">
            <a:extLst xmlns:a="http://schemas.openxmlformats.org/drawingml/2006/main">
              <a:ext uri="{FF2B5EF4-FFF2-40B4-BE49-F238E27FC236}">
                <a16:creationId xmlns:a16="http://schemas.microsoft.com/office/drawing/2014/main" id="{663F7842-8802-46B1-9844-379C9752559F}"/>
              </a:ext>
            </a:extLst>
          </p:cNvPr>
          <p:cNvSpPr>
            <a:spLocks xmlns:a="http://schemas.openxmlformats.org/drawingml/2006/main" noGrp="1"/>
          </p:cNvSpPr>
          <p:nvPr/>
        </p:nvSpPr>
        <p:spPr>
          <a:xfrm xmlns:a="http://schemas.openxmlformats.org/drawingml/2006/main">
            <a:off x="2190750" y="5657850"/>
            <a:ext cx="7810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i="0">
                <a:solidFill>
                  <a:srgbClr val="158F63"/>
                </a:solidFill>
                <a:latin typeface="Helvetica Neue"/>
                <a:ea typeface="Helvetica Neue"/>
                <a:cs typeface="Helvetica Neue"/>
              </a:defRPr>
            </a:pPr>
            <a:r>
              <a:rPr sz="2325" b="1" i="0">
                <a:solidFill>
                  <a:srgbClr val="158F63"/>
                </a:solidFill>
                <a:latin typeface="Helvetica Neue"/>
                <a:ea typeface="Helvetica Neue"/>
                <a:cs typeface="Helvetica Neue"/>
              </a:rPr>
              <a:t>The codeword carries three promises about itself.</a:t>
            </a:r>
          </a:p>
        </p:txBody>
      </p:sp>
    </p:spTree>
    <p:extLst>
      <p:ext uri="{BB962C8B-B14F-4D97-AF65-F5344CB8AC3E}">
        <p14:creationId xmlns:p14="http://schemas.microsoft.com/office/powerpoint/2010/main" val="199875862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16">
            <a:extLst xmlns:a="http://schemas.openxmlformats.org/drawingml/2006/main">
              <a:ext uri="{FF2B5EF4-FFF2-40B4-BE49-F238E27FC236}">
                <a16:creationId xmlns:a16="http://schemas.microsoft.com/office/drawing/2014/main" id="{21902CF9-5D58-444B-9772-FE5D227DB99D}"/>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A PERFECT PACKING</a:t>
            </a:r>
          </a:p>
        </p:txBody>
      </p:sp>
      <p:sp>
        <p:nvSpPr>
          <p:cNvPr id="2" name="title-16">
            <a:extLst xmlns:a="http://schemas.openxmlformats.org/drawingml/2006/main">
              <a:ext uri="{FF2B5EF4-FFF2-40B4-BE49-F238E27FC236}">
                <a16:creationId xmlns:a16="http://schemas.microsoft.com/office/drawing/2014/main" id="{E50816E6-3454-4BAE-B9F4-7B2FC49A18BD}"/>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000000"/>
                </a:solidFill>
                <a:latin typeface="Helvetica Neue"/>
                <a:ea typeface="Helvetica Neue"/>
                <a:cs typeface="Helvetica Neue"/>
              </a:defRPr>
            </a:pPr>
            <a:r>
              <a:rPr sz="3300" b="1" i="0">
                <a:solidFill>
                  <a:srgbClr val="000000"/>
                </a:solidFill>
                <a:latin typeface="Helvetica Neue"/>
                <a:ea typeface="Helvetica Neue"/>
                <a:cs typeface="Helvetica Neue"/>
              </a:rPr>
              <a:t>Why seven protected bits carry at most four data bits</a:t>
            </a:r>
          </a:p>
        </p:txBody>
      </p:sp>
      <p:cxnSp>
        <p:nvCxnSpPr>
          <p:cNvPr id="16"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16">
            <a:extLst xmlns:a="http://schemas.openxmlformats.org/drawingml/2006/main">
              <a:ext uri="{FF2B5EF4-FFF2-40B4-BE49-F238E27FC236}">
                <a16:creationId xmlns:a16="http://schemas.microsoft.com/office/drawing/2014/main" id="{8FC2EFF3-EE47-4508-9A37-CE9A76D0DC91}"/>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16</a:t>
            </a:r>
          </a:p>
        </p:txBody>
      </p:sp>
      <p:sp>
        <p:nvSpPr>
          <p:cNvPr id="5" name="text">
            <a:extLst xmlns:a="http://schemas.openxmlformats.org/drawingml/2006/main">
              <a:ext uri="{FF2B5EF4-FFF2-40B4-BE49-F238E27FC236}">
                <a16:creationId xmlns:a16="http://schemas.microsoft.com/office/drawing/2014/main" id="{83D70C2D-0E7C-464D-9C7E-644292D1FB80}"/>
              </a:ext>
            </a:extLst>
          </p:cNvPr>
          <p:cNvSpPr>
            <a:spLocks xmlns:a="http://schemas.openxmlformats.org/drawingml/2006/main" noGrp="1"/>
          </p:cNvSpPr>
          <p:nvPr/>
        </p:nvSpPr>
        <p:spPr>
          <a:xfrm xmlns:a="http://schemas.openxmlformats.org/drawingml/2006/main">
            <a:off x="571500" y="23241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3D8DFF"/>
                </a:solidFill>
                <a:latin typeface="Helvetica Neue"/>
                <a:ea typeface="Helvetica Neue"/>
                <a:cs typeface="Helvetica Neue"/>
              </a:defRPr>
            </a:pPr>
            <a:r>
              <a:rPr sz="3600" b="1" i="0">
                <a:solidFill>
                  <a:srgbClr val="3D8DFF"/>
                </a:solidFill>
                <a:latin typeface="Helvetica Neue"/>
                <a:ea typeface="Helvetica Neue"/>
                <a:cs typeface="Helvetica Neue"/>
              </a:rPr>
              <a:t>2⁷ = 128</a:t>
            </a:r>
          </a:p>
        </p:txBody>
      </p:sp>
      <p:sp>
        <p:nvSpPr>
          <p:cNvPr id="6" name="text">
            <a:extLst xmlns:a="http://schemas.openxmlformats.org/drawingml/2006/main">
              <a:ext uri="{FF2B5EF4-FFF2-40B4-BE49-F238E27FC236}">
                <a16:creationId xmlns:a16="http://schemas.microsoft.com/office/drawing/2014/main" id="{B834BFEA-542F-4063-863F-D8BDDFE3D1FF}"/>
              </a:ext>
            </a:extLst>
          </p:cNvPr>
          <p:cNvSpPr>
            <a:spLocks xmlns:a="http://schemas.openxmlformats.org/drawingml/2006/main" noGrp="1"/>
          </p:cNvSpPr>
          <p:nvPr/>
        </p:nvSpPr>
        <p:spPr>
          <a:xfrm xmlns:a="http://schemas.openxmlformats.org/drawingml/2006/main">
            <a:off x="571500" y="31051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0" i="0">
                <a:solidFill>
                  <a:srgbClr val="59616D"/>
                </a:solidFill>
                <a:latin typeface="Helvetica Neue"/>
                <a:ea typeface="Helvetica Neue"/>
                <a:cs typeface="Helvetica Neue"/>
              </a:defRPr>
            </a:pPr>
            <a:r>
              <a:rPr sz="1725" b="0" i="0">
                <a:solidFill>
                  <a:srgbClr val="59616D"/>
                </a:solidFill>
                <a:latin typeface="Helvetica Neue"/>
                <a:ea typeface="Helvetica Neue"/>
                <a:cs typeface="Helvetica Neue"/>
              </a:rPr>
              <a:t>possible received strings</a:t>
            </a:r>
          </a:p>
        </p:txBody>
      </p:sp>
      <p:sp>
        <p:nvSpPr>
          <p:cNvPr id="7" name="text">
            <a:extLst xmlns:a="http://schemas.openxmlformats.org/drawingml/2006/main">
              <a:ext uri="{FF2B5EF4-FFF2-40B4-BE49-F238E27FC236}">
                <a16:creationId xmlns:a16="http://schemas.microsoft.com/office/drawing/2014/main" id="{5F99B2AC-27BD-491E-BD2B-B1A20D7B55E6}"/>
              </a:ext>
            </a:extLst>
          </p:cNvPr>
          <p:cNvSpPr>
            <a:spLocks xmlns:a="http://schemas.openxmlformats.org/drawingml/2006/main" noGrp="1"/>
          </p:cNvSpPr>
          <p:nvPr/>
        </p:nvSpPr>
        <p:spPr>
          <a:xfrm xmlns:a="http://schemas.openxmlformats.org/drawingml/2006/main">
            <a:off x="4429125" y="23241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FF625E"/>
                </a:solidFill>
                <a:latin typeface="Helvetica Neue"/>
                <a:ea typeface="Helvetica Neue"/>
                <a:cs typeface="Helvetica Neue"/>
              </a:defRPr>
            </a:pPr>
            <a:r>
              <a:rPr sz="3600" b="1" i="0">
                <a:solidFill>
                  <a:srgbClr val="FF625E"/>
                </a:solidFill>
                <a:latin typeface="Helvetica Neue"/>
                <a:ea typeface="Helvetica Neue"/>
                <a:cs typeface="Helvetica Neue"/>
              </a:rPr>
              <a:t>÷ 8</a:t>
            </a:r>
          </a:p>
        </p:txBody>
      </p:sp>
      <p:sp>
        <p:nvSpPr>
          <p:cNvPr id="8" name="text">
            <a:extLst xmlns:a="http://schemas.openxmlformats.org/drawingml/2006/main">
              <a:ext uri="{FF2B5EF4-FFF2-40B4-BE49-F238E27FC236}">
                <a16:creationId xmlns:a16="http://schemas.microsoft.com/office/drawing/2014/main" id="{8F3F1D70-B5A5-4439-B0FA-C75175079ABB}"/>
              </a:ext>
            </a:extLst>
          </p:cNvPr>
          <p:cNvSpPr>
            <a:spLocks xmlns:a="http://schemas.openxmlformats.org/drawingml/2006/main" noGrp="1"/>
          </p:cNvSpPr>
          <p:nvPr/>
        </p:nvSpPr>
        <p:spPr>
          <a:xfrm xmlns:a="http://schemas.openxmlformats.org/drawingml/2006/main">
            <a:off x="4143375" y="3105150"/>
            <a:ext cx="371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0" i="0">
                <a:solidFill>
                  <a:srgbClr val="59616D"/>
                </a:solidFill>
                <a:latin typeface="Helvetica Neue"/>
                <a:ea typeface="Helvetica Neue"/>
                <a:cs typeface="Helvetica Neue"/>
              </a:defRPr>
            </a:pPr>
            <a:r>
              <a:rPr sz="1650" b="0" i="0">
                <a:solidFill>
                  <a:srgbClr val="59616D"/>
                </a:solidFill>
                <a:latin typeface="Helvetica Neue"/>
                <a:ea typeface="Helvetica Neue"/>
                <a:cs typeface="Helvetica Neue"/>
              </a:rPr>
              <a:t>one clean word + seven one-flip versions</a:t>
            </a:r>
          </a:p>
        </p:txBody>
      </p:sp>
      <p:sp>
        <p:nvSpPr>
          <p:cNvPr id="9" name="text">
            <a:extLst xmlns:a="http://schemas.openxmlformats.org/drawingml/2006/main">
              <a:ext uri="{FF2B5EF4-FFF2-40B4-BE49-F238E27FC236}">
                <a16:creationId xmlns:a16="http://schemas.microsoft.com/office/drawing/2014/main" id="{E8D49034-FA67-4F38-8166-1872CFD0BF86}"/>
              </a:ext>
            </a:extLst>
          </p:cNvPr>
          <p:cNvSpPr>
            <a:spLocks xmlns:a="http://schemas.openxmlformats.org/drawingml/2006/main" noGrp="1"/>
          </p:cNvSpPr>
          <p:nvPr/>
        </p:nvSpPr>
        <p:spPr>
          <a:xfrm xmlns:a="http://schemas.openxmlformats.org/drawingml/2006/main">
            <a:off x="8286750" y="23241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158F63"/>
                </a:solidFill>
                <a:latin typeface="Helvetica Neue"/>
                <a:ea typeface="Helvetica Neue"/>
                <a:cs typeface="Helvetica Neue"/>
              </a:defRPr>
            </a:pPr>
            <a:r>
              <a:rPr sz="3600" b="1" i="0">
                <a:solidFill>
                  <a:srgbClr val="158F63"/>
                </a:solidFill>
                <a:latin typeface="Helvetica Neue"/>
                <a:ea typeface="Helvetica Neue"/>
                <a:cs typeface="Helvetica Neue"/>
              </a:rPr>
              <a:t>= 16</a:t>
            </a:r>
          </a:p>
        </p:txBody>
      </p:sp>
      <p:sp>
        <p:nvSpPr>
          <p:cNvPr id="10" name="text">
            <a:extLst xmlns:a="http://schemas.openxmlformats.org/drawingml/2006/main">
              <a:ext uri="{FF2B5EF4-FFF2-40B4-BE49-F238E27FC236}">
                <a16:creationId xmlns:a16="http://schemas.microsoft.com/office/drawing/2014/main" id="{9CA5FDEA-BF34-458B-8B75-D636EDA228DD}"/>
              </a:ext>
            </a:extLst>
          </p:cNvPr>
          <p:cNvSpPr>
            <a:spLocks xmlns:a="http://schemas.openxmlformats.org/drawingml/2006/main" noGrp="1"/>
          </p:cNvSpPr>
          <p:nvPr/>
        </p:nvSpPr>
        <p:spPr>
          <a:xfrm xmlns:a="http://schemas.openxmlformats.org/drawingml/2006/main">
            <a:off x="8286750" y="310515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0" i="0">
                <a:solidFill>
                  <a:srgbClr val="59616D"/>
                </a:solidFill>
                <a:latin typeface="Helvetica Neue"/>
                <a:ea typeface="Helvetica Neue"/>
                <a:cs typeface="Helvetica Neue"/>
              </a:defRPr>
            </a:pPr>
            <a:r>
              <a:rPr sz="1725" b="0" i="0">
                <a:solidFill>
                  <a:srgbClr val="59616D"/>
                </a:solidFill>
                <a:latin typeface="Helvetica Neue"/>
                <a:ea typeface="Helvetica Neue"/>
                <a:cs typeface="Helvetica Neue"/>
              </a:rPr>
              <a:t>protected messages</a:t>
            </a:r>
          </a:p>
        </p:txBody>
      </p:sp>
      <p:cxnSp>
        <p:nvCxnSpPr>
          <p:cNvPr id="24" name=""/>
          <p:cNvCxnSpPr/>
          <p:nvPr/>
        </p:nvCxnSpPr>
        <p:spPr>
          <a:xfrm xmlns:a="http://schemas.openxmlformats.org/drawingml/2006/main">
            <a:off x="1143000" y="4048125"/>
            <a:ext cx="9906000" cy="953"/>
          </a:xfrm>
          <a:prstGeom xmlns:a="http://schemas.openxmlformats.org/drawingml/2006/main" prst="straightConnector1">
            <a:avLst/>
          </a:prstGeom>
          <a:ln xmlns:a="http://schemas.openxmlformats.org/drawingml/2006/main" w="19050">
            <a:solidFill>
              <a:srgbClr val="B8BCC4"/>
            </a:solidFill>
            <a:prstDash val="solid"/>
          </a:ln>
        </p:spPr>
      </p:cxnSp>
      <p:sp>
        <p:nvSpPr>
          <p:cNvPr id="12" name="text">
            <a:extLst xmlns:a="http://schemas.openxmlformats.org/drawingml/2006/main">
              <a:ext uri="{FF2B5EF4-FFF2-40B4-BE49-F238E27FC236}">
                <a16:creationId xmlns:a16="http://schemas.microsoft.com/office/drawing/2014/main" id="{60207F1B-4766-41D5-AD6B-2F124B17FA0C}"/>
              </a:ext>
            </a:extLst>
          </p:cNvPr>
          <p:cNvSpPr>
            <a:spLocks xmlns:a="http://schemas.openxmlformats.org/drawingml/2006/main" noGrp="1"/>
          </p:cNvSpPr>
          <p:nvPr/>
        </p:nvSpPr>
        <p:spPr>
          <a:xfrm xmlns:a="http://schemas.openxmlformats.org/drawingml/2006/main">
            <a:off x="1905000" y="4533900"/>
            <a:ext cx="8382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150" b="1" i="0">
                <a:solidFill>
                  <a:srgbClr val="000000"/>
                </a:solidFill>
                <a:latin typeface="Helvetica Neue"/>
                <a:ea typeface="Helvetica Neue"/>
                <a:cs typeface="Helvetica Neue"/>
              </a:defRPr>
            </a:pPr>
            <a:r>
              <a:rPr sz="3150" b="1" i="0">
                <a:solidFill>
                  <a:srgbClr val="000000"/>
                </a:solidFill>
                <a:latin typeface="Helvetica Neue"/>
                <a:ea typeface="Helvetica Neue"/>
                <a:cs typeface="Helvetica Neue"/>
              </a:rPr>
              <a:t>16 messages = 2⁴ choices = four data bits</a:t>
            </a:r>
          </a:p>
        </p:txBody>
      </p:sp>
      <p:sp>
        <p:nvSpPr>
          <p:cNvPr id="13" name="text">
            <a:extLst xmlns:a="http://schemas.openxmlformats.org/drawingml/2006/main">
              <a:ext uri="{FF2B5EF4-FFF2-40B4-BE49-F238E27FC236}">
                <a16:creationId xmlns:a16="http://schemas.microsoft.com/office/drawing/2014/main" id="{B5BE6768-E922-4934-821B-B999863A9B58}"/>
              </a:ext>
            </a:extLst>
          </p:cNvPr>
          <p:cNvSpPr>
            <a:spLocks xmlns:a="http://schemas.openxmlformats.org/drawingml/2006/main" noGrp="1"/>
          </p:cNvSpPr>
          <p:nvPr/>
        </p:nvSpPr>
        <p:spPr>
          <a:xfrm xmlns:a="http://schemas.openxmlformats.org/drawingml/2006/main">
            <a:off x="2286000" y="5514975"/>
            <a:ext cx="7620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950" b="0" i="0">
                <a:solidFill>
                  <a:srgbClr val="59616D"/>
                </a:solidFill>
                <a:latin typeface="Helvetica Neue"/>
                <a:ea typeface="Helvetica Neue"/>
                <a:cs typeface="Helvetica Neue"/>
              </a:defRPr>
            </a:pPr>
            <a:r>
              <a:rPr sz="1950" b="0" i="0">
                <a:solidFill>
                  <a:srgbClr val="59616D"/>
                </a:solidFill>
                <a:latin typeface="Helvetica Neue"/>
                <a:ea typeface="Helvetica Neue"/>
                <a:cs typeface="Helvetica Neue"/>
              </a:rPr>
              <a:t>Hamming(7,4) fills the space exactly: no room is wasted.</a:t>
            </a:r>
          </a:p>
        </p:txBody>
      </p:sp>
    </p:spTree>
    <p:extLst>
      <p:ext uri="{BB962C8B-B14F-4D97-AF65-F5344CB8AC3E}">
        <p14:creationId xmlns:p14="http://schemas.microsoft.com/office/powerpoint/2010/main" val="19004344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section-17">
            <a:extLst xmlns:a="http://schemas.openxmlformats.org/drawingml/2006/main">
              <a:ext uri="{FF2B5EF4-FFF2-40B4-BE49-F238E27FC236}">
                <a16:creationId xmlns:a16="http://schemas.microsoft.com/office/drawing/2014/main" id="{E96D0DE6-6FA9-4552-853F-5904C7880E0A}"/>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THE FULL CODE</a:t>
            </a:r>
          </a:p>
        </p:txBody>
      </p:sp>
      <p:sp>
        <p:nvSpPr>
          <p:cNvPr id="2" name="title-17">
            <a:extLst xmlns:a="http://schemas.openxmlformats.org/drawingml/2006/main">
              <a:ext uri="{FF2B5EF4-FFF2-40B4-BE49-F238E27FC236}">
                <a16:creationId xmlns:a16="http://schemas.microsoft.com/office/drawing/2014/main" id="{67845145-66CF-4DA1-8016-6440EDAEE166}"/>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000000"/>
                </a:solidFill>
                <a:latin typeface="Helvetica Neue"/>
                <a:ea typeface="Helvetica Neue"/>
                <a:cs typeface="Helvetica Neue"/>
              </a:defRPr>
            </a:pPr>
            <a:r>
              <a:rPr sz="3450" b="1" i="0">
                <a:solidFill>
                  <a:srgbClr val="000000"/>
                </a:solidFill>
                <a:latin typeface="Helvetica Neue"/>
                <a:ea typeface="Helvetica Neue"/>
                <a:cs typeface="Helvetica Neue"/>
              </a:rPr>
              <a:t>Unlocking the final slot gives Hamming(7,4)</a:t>
            </a:r>
          </a:p>
        </p:txBody>
      </p:sp>
      <p:cxnSp>
        <p:nvCxnSpPr>
          <p:cNvPr id="36"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17">
            <a:extLst xmlns:a="http://schemas.openxmlformats.org/drawingml/2006/main">
              <a:ext uri="{FF2B5EF4-FFF2-40B4-BE49-F238E27FC236}">
                <a16:creationId xmlns:a16="http://schemas.microsoft.com/office/drawing/2014/main" id="{77A83929-3E23-4DE6-9043-083BA5A1DF6D}"/>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17</a:t>
            </a:r>
          </a:p>
        </p:txBody>
      </p:sp>
      <p:sp>
        <p:nvSpPr>
          <p:cNvPr id="5" name="full-pos-1">
            <a:extLst xmlns:a="http://schemas.openxmlformats.org/drawingml/2006/main">
              <a:ext uri="{FF2B5EF4-FFF2-40B4-BE49-F238E27FC236}">
                <a16:creationId xmlns:a16="http://schemas.microsoft.com/office/drawing/2014/main" id="{B02B0584-49E0-4630-8E0A-F341CEDE9DA1}"/>
              </a:ext>
            </a:extLst>
          </p:cNvPr>
          <p:cNvSpPr>
            <a:spLocks xmlns:a="http://schemas.openxmlformats.org/drawingml/2006/main" noGrp="1"/>
          </p:cNvSpPr>
          <p:nvPr/>
        </p:nvSpPr>
        <p:spPr>
          <a:xfrm xmlns:a="http://schemas.openxmlformats.org/drawingml/2006/main">
            <a:off x="781050"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1</a:t>
            </a:r>
          </a:p>
        </p:txBody>
      </p:sp>
      <p:sp>
        <p:nvSpPr>
          <p:cNvPr id="6" name="full-cell-1">
            <a:extLst xmlns:a="http://schemas.openxmlformats.org/drawingml/2006/main">
              <a:ext uri="{FF2B5EF4-FFF2-40B4-BE49-F238E27FC236}">
                <a16:creationId xmlns:a16="http://schemas.microsoft.com/office/drawing/2014/main" id="{3AE83FCD-DABF-4758-BACC-E6AF80B71136}"/>
              </a:ext>
            </a:extLst>
          </p:cNvPr>
          <p:cNvSpPr>
            <a:spLocks xmlns:a="http://schemas.openxmlformats.org/drawingml/2006/main" noGrp="1"/>
          </p:cNvSpPr>
          <p:nvPr/>
        </p:nvSpPr>
        <p:spPr>
          <a:xfrm xmlns:a="http://schemas.openxmlformats.org/drawingml/2006/main">
            <a:off x="781050" y="2476500"/>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7" name="full-bit-1">
            <a:extLst xmlns:a="http://schemas.openxmlformats.org/drawingml/2006/main">
              <a:ext uri="{FF2B5EF4-FFF2-40B4-BE49-F238E27FC236}">
                <a16:creationId xmlns:a16="http://schemas.microsoft.com/office/drawing/2014/main" id="{30294E1B-A015-4108-8CF7-79A36F04BD0D}"/>
              </a:ext>
            </a:extLst>
          </p:cNvPr>
          <p:cNvSpPr>
            <a:spLocks xmlns:a="http://schemas.openxmlformats.org/drawingml/2006/main" noGrp="1"/>
          </p:cNvSpPr>
          <p:nvPr/>
        </p:nvSpPr>
        <p:spPr>
          <a:xfrm xmlns:a="http://schemas.openxmlformats.org/drawingml/2006/main">
            <a:off x="781050"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p₁</a:t>
            </a:r>
          </a:p>
        </p:txBody>
      </p:sp>
      <p:sp>
        <p:nvSpPr>
          <p:cNvPr id="8" name="full-role-1">
            <a:extLst xmlns:a="http://schemas.openxmlformats.org/drawingml/2006/main">
              <a:ext uri="{FF2B5EF4-FFF2-40B4-BE49-F238E27FC236}">
                <a16:creationId xmlns:a16="http://schemas.microsoft.com/office/drawing/2014/main" id="{845EEA29-72EF-4812-8B51-2076E472E3AF}"/>
              </a:ext>
            </a:extLst>
          </p:cNvPr>
          <p:cNvSpPr>
            <a:spLocks xmlns:a="http://schemas.openxmlformats.org/drawingml/2006/main" noGrp="1"/>
          </p:cNvSpPr>
          <p:nvPr/>
        </p:nvSpPr>
        <p:spPr>
          <a:xfrm xmlns:a="http://schemas.openxmlformats.org/drawingml/2006/main">
            <a:off x="723900"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1</a:t>
            </a:r>
          </a:p>
        </p:txBody>
      </p:sp>
      <p:sp>
        <p:nvSpPr>
          <p:cNvPr id="9" name="full-pos-2">
            <a:extLst xmlns:a="http://schemas.openxmlformats.org/drawingml/2006/main">
              <a:ext uri="{FF2B5EF4-FFF2-40B4-BE49-F238E27FC236}">
                <a16:creationId xmlns:a16="http://schemas.microsoft.com/office/drawing/2014/main" id="{2FEE113D-8F59-49E6-9207-5D15E6339559}"/>
              </a:ext>
            </a:extLst>
          </p:cNvPr>
          <p:cNvSpPr>
            <a:spLocks xmlns:a="http://schemas.openxmlformats.org/drawingml/2006/main" noGrp="1"/>
          </p:cNvSpPr>
          <p:nvPr/>
        </p:nvSpPr>
        <p:spPr>
          <a:xfrm xmlns:a="http://schemas.openxmlformats.org/drawingml/2006/main">
            <a:off x="2409825"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2</a:t>
            </a:r>
          </a:p>
        </p:txBody>
      </p:sp>
      <p:sp>
        <p:nvSpPr>
          <p:cNvPr id="10" name="full-cell-2">
            <a:extLst xmlns:a="http://schemas.openxmlformats.org/drawingml/2006/main">
              <a:ext uri="{FF2B5EF4-FFF2-40B4-BE49-F238E27FC236}">
                <a16:creationId xmlns:a16="http://schemas.microsoft.com/office/drawing/2014/main" id="{982094EA-0D17-4F82-81B9-7F0BB4CD74A4}"/>
              </a:ext>
            </a:extLst>
          </p:cNvPr>
          <p:cNvSpPr>
            <a:spLocks xmlns:a="http://schemas.openxmlformats.org/drawingml/2006/main" noGrp="1"/>
          </p:cNvSpPr>
          <p:nvPr/>
        </p:nvSpPr>
        <p:spPr>
          <a:xfrm xmlns:a="http://schemas.openxmlformats.org/drawingml/2006/main">
            <a:off x="2409825" y="2476500"/>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1" name="full-bit-2">
            <a:extLst xmlns:a="http://schemas.openxmlformats.org/drawingml/2006/main">
              <a:ext uri="{FF2B5EF4-FFF2-40B4-BE49-F238E27FC236}">
                <a16:creationId xmlns:a16="http://schemas.microsoft.com/office/drawing/2014/main" id="{01C2B979-C961-4E51-9B11-6871B7B7BCE8}"/>
              </a:ext>
            </a:extLst>
          </p:cNvPr>
          <p:cNvSpPr>
            <a:spLocks xmlns:a="http://schemas.openxmlformats.org/drawingml/2006/main" noGrp="1"/>
          </p:cNvSpPr>
          <p:nvPr/>
        </p:nvSpPr>
        <p:spPr>
          <a:xfrm xmlns:a="http://schemas.openxmlformats.org/drawingml/2006/main">
            <a:off x="2409825"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p₂</a:t>
            </a:r>
          </a:p>
        </p:txBody>
      </p:sp>
      <p:sp>
        <p:nvSpPr>
          <p:cNvPr id="12" name="full-role-2">
            <a:extLst xmlns:a="http://schemas.openxmlformats.org/drawingml/2006/main">
              <a:ext uri="{FF2B5EF4-FFF2-40B4-BE49-F238E27FC236}">
                <a16:creationId xmlns:a16="http://schemas.microsoft.com/office/drawing/2014/main" id="{DE3E0D8D-4B95-47C7-B24E-2C861B99104C}"/>
              </a:ext>
            </a:extLst>
          </p:cNvPr>
          <p:cNvSpPr>
            <a:spLocks xmlns:a="http://schemas.openxmlformats.org/drawingml/2006/main" noGrp="1"/>
          </p:cNvSpPr>
          <p:nvPr/>
        </p:nvSpPr>
        <p:spPr>
          <a:xfrm xmlns:a="http://schemas.openxmlformats.org/drawingml/2006/main">
            <a:off x="2352675"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2</a:t>
            </a:r>
          </a:p>
        </p:txBody>
      </p:sp>
      <p:sp>
        <p:nvSpPr>
          <p:cNvPr id="13" name="full-pos-3">
            <a:extLst xmlns:a="http://schemas.openxmlformats.org/drawingml/2006/main">
              <a:ext uri="{FF2B5EF4-FFF2-40B4-BE49-F238E27FC236}">
                <a16:creationId xmlns:a16="http://schemas.microsoft.com/office/drawing/2014/main" id="{3D7F1AA7-7963-40C3-AF90-ED1ACE7F10A5}"/>
              </a:ext>
            </a:extLst>
          </p:cNvPr>
          <p:cNvSpPr>
            <a:spLocks xmlns:a="http://schemas.openxmlformats.org/drawingml/2006/main" noGrp="1"/>
          </p:cNvSpPr>
          <p:nvPr/>
        </p:nvSpPr>
        <p:spPr>
          <a:xfrm xmlns:a="http://schemas.openxmlformats.org/drawingml/2006/main">
            <a:off x="4038600"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3</a:t>
            </a:r>
          </a:p>
        </p:txBody>
      </p:sp>
      <p:sp>
        <p:nvSpPr>
          <p:cNvPr id="14" name="full-cell-3">
            <a:extLst xmlns:a="http://schemas.openxmlformats.org/drawingml/2006/main">
              <a:ext uri="{FF2B5EF4-FFF2-40B4-BE49-F238E27FC236}">
                <a16:creationId xmlns:a16="http://schemas.microsoft.com/office/drawing/2014/main" id="{D607EC7D-83A8-4433-A502-DDE1D7EA852E}"/>
              </a:ext>
            </a:extLst>
          </p:cNvPr>
          <p:cNvSpPr>
            <a:spLocks xmlns:a="http://schemas.openxmlformats.org/drawingml/2006/main" noGrp="1"/>
          </p:cNvSpPr>
          <p:nvPr/>
        </p:nvSpPr>
        <p:spPr>
          <a:xfrm xmlns:a="http://schemas.openxmlformats.org/drawingml/2006/main">
            <a:off x="4038600" y="247650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15" name="full-bit-3">
            <a:extLst xmlns:a="http://schemas.openxmlformats.org/drawingml/2006/main">
              <a:ext uri="{FF2B5EF4-FFF2-40B4-BE49-F238E27FC236}">
                <a16:creationId xmlns:a16="http://schemas.microsoft.com/office/drawing/2014/main" id="{F7833400-E6C0-48CA-A4F1-E3E855A1DE8C}"/>
              </a:ext>
            </a:extLst>
          </p:cNvPr>
          <p:cNvSpPr>
            <a:spLocks xmlns:a="http://schemas.openxmlformats.org/drawingml/2006/main" noGrp="1"/>
          </p:cNvSpPr>
          <p:nvPr/>
        </p:nvSpPr>
        <p:spPr>
          <a:xfrm xmlns:a="http://schemas.openxmlformats.org/drawingml/2006/main">
            <a:off x="4038600"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d₁</a:t>
            </a:r>
          </a:p>
        </p:txBody>
      </p:sp>
      <p:sp>
        <p:nvSpPr>
          <p:cNvPr id="16" name="full-role-3">
            <a:extLst xmlns:a="http://schemas.openxmlformats.org/drawingml/2006/main">
              <a:ext uri="{FF2B5EF4-FFF2-40B4-BE49-F238E27FC236}">
                <a16:creationId xmlns:a16="http://schemas.microsoft.com/office/drawing/2014/main" id="{F31B5D9D-A834-4642-AA26-6B0DFE376311}"/>
              </a:ext>
            </a:extLst>
          </p:cNvPr>
          <p:cNvSpPr>
            <a:spLocks xmlns:a="http://schemas.openxmlformats.org/drawingml/2006/main" noGrp="1"/>
          </p:cNvSpPr>
          <p:nvPr/>
        </p:nvSpPr>
        <p:spPr>
          <a:xfrm xmlns:a="http://schemas.openxmlformats.org/drawingml/2006/main">
            <a:off x="3981450"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1</a:t>
            </a:r>
          </a:p>
        </p:txBody>
      </p:sp>
      <p:sp>
        <p:nvSpPr>
          <p:cNvPr id="17" name="full-pos-4">
            <a:extLst xmlns:a="http://schemas.openxmlformats.org/drawingml/2006/main">
              <a:ext uri="{FF2B5EF4-FFF2-40B4-BE49-F238E27FC236}">
                <a16:creationId xmlns:a16="http://schemas.microsoft.com/office/drawing/2014/main" id="{DD1BD66D-2BF5-4366-9578-F24CE86B2137}"/>
              </a:ext>
            </a:extLst>
          </p:cNvPr>
          <p:cNvSpPr>
            <a:spLocks xmlns:a="http://schemas.openxmlformats.org/drawingml/2006/main" noGrp="1"/>
          </p:cNvSpPr>
          <p:nvPr/>
        </p:nvSpPr>
        <p:spPr>
          <a:xfrm xmlns:a="http://schemas.openxmlformats.org/drawingml/2006/main">
            <a:off x="5667375"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4</a:t>
            </a:r>
          </a:p>
        </p:txBody>
      </p:sp>
      <p:sp>
        <p:nvSpPr>
          <p:cNvPr id="18" name="full-cell-4">
            <a:extLst xmlns:a="http://schemas.openxmlformats.org/drawingml/2006/main">
              <a:ext uri="{FF2B5EF4-FFF2-40B4-BE49-F238E27FC236}">
                <a16:creationId xmlns:a16="http://schemas.microsoft.com/office/drawing/2014/main" id="{CA966CA6-15D7-4018-99A3-7958B53960A2}"/>
              </a:ext>
            </a:extLst>
          </p:cNvPr>
          <p:cNvSpPr>
            <a:spLocks xmlns:a="http://schemas.openxmlformats.org/drawingml/2006/main" noGrp="1"/>
          </p:cNvSpPr>
          <p:nvPr/>
        </p:nvSpPr>
        <p:spPr>
          <a:xfrm xmlns:a="http://schemas.openxmlformats.org/drawingml/2006/main">
            <a:off x="5667375" y="2476500"/>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9" name="full-bit-4">
            <a:extLst xmlns:a="http://schemas.openxmlformats.org/drawingml/2006/main">
              <a:ext uri="{FF2B5EF4-FFF2-40B4-BE49-F238E27FC236}">
                <a16:creationId xmlns:a16="http://schemas.microsoft.com/office/drawing/2014/main" id="{72204A5F-CAA3-4097-BB99-C0D5824E515C}"/>
              </a:ext>
            </a:extLst>
          </p:cNvPr>
          <p:cNvSpPr>
            <a:spLocks xmlns:a="http://schemas.openxmlformats.org/drawingml/2006/main" noGrp="1"/>
          </p:cNvSpPr>
          <p:nvPr/>
        </p:nvSpPr>
        <p:spPr>
          <a:xfrm xmlns:a="http://schemas.openxmlformats.org/drawingml/2006/main">
            <a:off x="5667375"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p₄</a:t>
            </a:r>
          </a:p>
        </p:txBody>
      </p:sp>
      <p:sp>
        <p:nvSpPr>
          <p:cNvPr id="20" name="full-role-4">
            <a:extLst xmlns:a="http://schemas.openxmlformats.org/drawingml/2006/main">
              <a:ext uri="{FF2B5EF4-FFF2-40B4-BE49-F238E27FC236}">
                <a16:creationId xmlns:a16="http://schemas.microsoft.com/office/drawing/2014/main" id="{17E9A069-1717-4CDC-86B0-DF52443BB6D8}"/>
              </a:ext>
            </a:extLst>
          </p:cNvPr>
          <p:cNvSpPr>
            <a:spLocks xmlns:a="http://schemas.openxmlformats.org/drawingml/2006/main" noGrp="1"/>
          </p:cNvSpPr>
          <p:nvPr/>
        </p:nvSpPr>
        <p:spPr>
          <a:xfrm xmlns:a="http://schemas.openxmlformats.org/drawingml/2006/main">
            <a:off x="5610225"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4</a:t>
            </a:r>
          </a:p>
        </p:txBody>
      </p:sp>
      <p:sp>
        <p:nvSpPr>
          <p:cNvPr id="21" name="full-pos-5">
            <a:extLst xmlns:a="http://schemas.openxmlformats.org/drawingml/2006/main">
              <a:ext uri="{FF2B5EF4-FFF2-40B4-BE49-F238E27FC236}">
                <a16:creationId xmlns:a16="http://schemas.microsoft.com/office/drawing/2014/main" id="{6FF27CF5-B144-4490-B923-E031C1E0B1F9}"/>
              </a:ext>
            </a:extLst>
          </p:cNvPr>
          <p:cNvSpPr>
            <a:spLocks xmlns:a="http://schemas.openxmlformats.org/drawingml/2006/main" noGrp="1"/>
          </p:cNvSpPr>
          <p:nvPr/>
        </p:nvSpPr>
        <p:spPr>
          <a:xfrm xmlns:a="http://schemas.openxmlformats.org/drawingml/2006/main">
            <a:off x="7296150"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5</a:t>
            </a:r>
          </a:p>
        </p:txBody>
      </p:sp>
      <p:sp>
        <p:nvSpPr>
          <p:cNvPr id="22" name="full-cell-5">
            <a:extLst xmlns:a="http://schemas.openxmlformats.org/drawingml/2006/main">
              <a:ext uri="{FF2B5EF4-FFF2-40B4-BE49-F238E27FC236}">
                <a16:creationId xmlns:a16="http://schemas.microsoft.com/office/drawing/2014/main" id="{71A95F99-A83F-493A-B91C-88B437A8C739}"/>
              </a:ext>
            </a:extLst>
          </p:cNvPr>
          <p:cNvSpPr>
            <a:spLocks xmlns:a="http://schemas.openxmlformats.org/drawingml/2006/main" noGrp="1"/>
          </p:cNvSpPr>
          <p:nvPr/>
        </p:nvSpPr>
        <p:spPr>
          <a:xfrm xmlns:a="http://schemas.openxmlformats.org/drawingml/2006/main">
            <a:off x="7296150" y="247650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23" name="full-bit-5">
            <a:extLst xmlns:a="http://schemas.openxmlformats.org/drawingml/2006/main">
              <a:ext uri="{FF2B5EF4-FFF2-40B4-BE49-F238E27FC236}">
                <a16:creationId xmlns:a16="http://schemas.microsoft.com/office/drawing/2014/main" id="{D6EF5596-08F4-43D6-9E88-D45B845576BE}"/>
              </a:ext>
            </a:extLst>
          </p:cNvPr>
          <p:cNvSpPr>
            <a:spLocks xmlns:a="http://schemas.openxmlformats.org/drawingml/2006/main" noGrp="1"/>
          </p:cNvSpPr>
          <p:nvPr/>
        </p:nvSpPr>
        <p:spPr>
          <a:xfrm xmlns:a="http://schemas.openxmlformats.org/drawingml/2006/main">
            <a:off x="7296150"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d₂</a:t>
            </a:r>
          </a:p>
        </p:txBody>
      </p:sp>
      <p:sp>
        <p:nvSpPr>
          <p:cNvPr id="24" name="full-role-5">
            <a:extLst xmlns:a="http://schemas.openxmlformats.org/drawingml/2006/main">
              <a:ext uri="{FF2B5EF4-FFF2-40B4-BE49-F238E27FC236}">
                <a16:creationId xmlns:a16="http://schemas.microsoft.com/office/drawing/2014/main" id="{E17CC122-58FB-4CC8-9643-F74728E5BB17}"/>
              </a:ext>
            </a:extLst>
          </p:cNvPr>
          <p:cNvSpPr>
            <a:spLocks xmlns:a="http://schemas.openxmlformats.org/drawingml/2006/main" noGrp="1"/>
          </p:cNvSpPr>
          <p:nvPr/>
        </p:nvSpPr>
        <p:spPr>
          <a:xfrm xmlns:a="http://schemas.openxmlformats.org/drawingml/2006/main">
            <a:off x="7239000"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2</a:t>
            </a:r>
          </a:p>
        </p:txBody>
      </p:sp>
      <p:sp>
        <p:nvSpPr>
          <p:cNvPr id="25" name="full-pos-6">
            <a:extLst xmlns:a="http://schemas.openxmlformats.org/drawingml/2006/main">
              <a:ext uri="{FF2B5EF4-FFF2-40B4-BE49-F238E27FC236}">
                <a16:creationId xmlns:a16="http://schemas.microsoft.com/office/drawing/2014/main" id="{B6EC5CEC-9544-459D-AD30-A97E34A6A8D3}"/>
              </a:ext>
            </a:extLst>
          </p:cNvPr>
          <p:cNvSpPr>
            <a:spLocks xmlns:a="http://schemas.openxmlformats.org/drawingml/2006/main" noGrp="1"/>
          </p:cNvSpPr>
          <p:nvPr/>
        </p:nvSpPr>
        <p:spPr>
          <a:xfrm xmlns:a="http://schemas.openxmlformats.org/drawingml/2006/main">
            <a:off x="8924925"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6</a:t>
            </a:r>
          </a:p>
        </p:txBody>
      </p:sp>
      <p:sp>
        <p:nvSpPr>
          <p:cNvPr id="26" name="full-cell-6">
            <a:extLst xmlns:a="http://schemas.openxmlformats.org/drawingml/2006/main">
              <a:ext uri="{FF2B5EF4-FFF2-40B4-BE49-F238E27FC236}">
                <a16:creationId xmlns:a16="http://schemas.microsoft.com/office/drawing/2014/main" id="{9E2F75A3-2207-40C1-A9AB-9D7D4F9A80BA}"/>
              </a:ext>
            </a:extLst>
          </p:cNvPr>
          <p:cNvSpPr>
            <a:spLocks xmlns:a="http://schemas.openxmlformats.org/drawingml/2006/main" noGrp="1"/>
          </p:cNvSpPr>
          <p:nvPr/>
        </p:nvSpPr>
        <p:spPr>
          <a:xfrm xmlns:a="http://schemas.openxmlformats.org/drawingml/2006/main">
            <a:off x="8924925" y="247650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27" name="full-bit-6">
            <a:extLst xmlns:a="http://schemas.openxmlformats.org/drawingml/2006/main">
              <a:ext uri="{FF2B5EF4-FFF2-40B4-BE49-F238E27FC236}">
                <a16:creationId xmlns:a16="http://schemas.microsoft.com/office/drawing/2014/main" id="{7D85DC34-DECC-46BF-BACA-44BDB2501BF6}"/>
              </a:ext>
            </a:extLst>
          </p:cNvPr>
          <p:cNvSpPr>
            <a:spLocks xmlns:a="http://schemas.openxmlformats.org/drawingml/2006/main" noGrp="1"/>
          </p:cNvSpPr>
          <p:nvPr/>
        </p:nvSpPr>
        <p:spPr>
          <a:xfrm xmlns:a="http://schemas.openxmlformats.org/drawingml/2006/main">
            <a:off x="8924925"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d₃</a:t>
            </a:r>
          </a:p>
        </p:txBody>
      </p:sp>
      <p:sp>
        <p:nvSpPr>
          <p:cNvPr id="28" name="full-role-6">
            <a:extLst xmlns:a="http://schemas.openxmlformats.org/drawingml/2006/main">
              <a:ext uri="{FF2B5EF4-FFF2-40B4-BE49-F238E27FC236}">
                <a16:creationId xmlns:a16="http://schemas.microsoft.com/office/drawing/2014/main" id="{5DC00BEE-E5A5-468C-A489-35DDBA3ACA40}"/>
              </a:ext>
            </a:extLst>
          </p:cNvPr>
          <p:cNvSpPr>
            <a:spLocks xmlns:a="http://schemas.openxmlformats.org/drawingml/2006/main" noGrp="1"/>
          </p:cNvSpPr>
          <p:nvPr/>
        </p:nvSpPr>
        <p:spPr>
          <a:xfrm xmlns:a="http://schemas.openxmlformats.org/drawingml/2006/main">
            <a:off x="8867775"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3</a:t>
            </a:r>
          </a:p>
        </p:txBody>
      </p:sp>
      <p:sp>
        <p:nvSpPr>
          <p:cNvPr id="29" name="full-pos-7">
            <a:extLst xmlns:a="http://schemas.openxmlformats.org/drawingml/2006/main">
              <a:ext uri="{FF2B5EF4-FFF2-40B4-BE49-F238E27FC236}">
                <a16:creationId xmlns:a16="http://schemas.microsoft.com/office/drawing/2014/main" id="{89D4AFE1-B162-4C87-A4F3-765201642081}"/>
              </a:ext>
            </a:extLst>
          </p:cNvPr>
          <p:cNvSpPr>
            <a:spLocks xmlns:a="http://schemas.openxmlformats.org/drawingml/2006/main" noGrp="1"/>
          </p:cNvSpPr>
          <p:nvPr/>
        </p:nvSpPr>
        <p:spPr>
          <a:xfrm xmlns:a="http://schemas.openxmlformats.org/drawingml/2006/main">
            <a:off x="10553700" y="21145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7</a:t>
            </a:r>
          </a:p>
        </p:txBody>
      </p:sp>
      <p:sp>
        <p:nvSpPr>
          <p:cNvPr id="30" name="full-cell-7">
            <a:extLst xmlns:a="http://schemas.openxmlformats.org/drawingml/2006/main">
              <a:ext uri="{FF2B5EF4-FFF2-40B4-BE49-F238E27FC236}">
                <a16:creationId xmlns:a16="http://schemas.microsoft.com/office/drawing/2014/main" id="{B236A906-04FC-4C1D-B556-A63BE3E3D5E1}"/>
              </a:ext>
            </a:extLst>
          </p:cNvPr>
          <p:cNvSpPr>
            <a:spLocks xmlns:a="http://schemas.openxmlformats.org/drawingml/2006/main" noGrp="1"/>
          </p:cNvSpPr>
          <p:nvPr/>
        </p:nvSpPr>
        <p:spPr>
          <a:xfrm xmlns:a="http://schemas.openxmlformats.org/drawingml/2006/main">
            <a:off x="10553700" y="247650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31" name="full-bit-7">
            <a:extLst xmlns:a="http://schemas.openxmlformats.org/drawingml/2006/main">
              <a:ext uri="{FF2B5EF4-FFF2-40B4-BE49-F238E27FC236}">
                <a16:creationId xmlns:a16="http://schemas.microsoft.com/office/drawing/2014/main" id="{6E52B405-8A39-493F-B1F1-07E6DBA5FA80}"/>
              </a:ext>
            </a:extLst>
          </p:cNvPr>
          <p:cNvSpPr>
            <a:spLocks xmlns:a="http://schemas.openxmlformats.org/drawingml/2006/main" noGrp="1"/>
          </p:cNvSpPr>
          <p:nvPr/>
        </p:nvSpPr>
        <p:spPr>
          <a:xfrm xmlns:a="http://schemas.openxmlformats.org/drawingml/2006/main">
            <a:off x="10553700" y="27051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d₄</a:t>
            </a:r>
          </a:p>
        </p:txBody>
      </p:sp>
      <p:sp>
        <p:nvSpPr>
          <p:cNvPr id="32" name="full-role-7">
            <a:extLst xmlns:a="http://schemas.openxmlformats.org/drawingml/2006/main">
              <a:ext uri="{FF2B5EF4-FFF2-40B4-BE49-F238E27FC236}">
                <a16:creationId xmlns:a16="http://schemas.microsoft.com/office/drawing/2014/main" id="{5A5DEA53-8620-402F-AAED-722B68A99E48}"/>
              </a:ext>
            </a:extLst>
          </p:cNvPr>
          <p:cNvSpPr>
            <a:spLocks xmlns:a="http://schemas.openxmlformats.org/drawingml/2006/main" noGrp="1"/>
          </p:cNvSpPr>
          <p:nvPr/>
        </p:nvSpPr>
        <p:spPr>
          <a:xfrm xmlns:a="http://schemas.openxmlformats.org/drawingml/2006/main">
            <a:off x="10496550" y="38766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4</a:t>
            </a:r>
          </a:p>
        </p:txBody>
      </p:sp>
      <p:sp>
        <p:nvSpPr>
          <p:cNvPr id="33" name="text">
            <a:extLst xmlns:a="http://schemas.openxmlformats.org/drawingml/2006/main">
              <a:ext uri="{FF2B5EF4-FFF2-40B4-BE49-F238E27FC236}">
                <a16:creationId xmlns:a16="http://schemas.microsoft.com/office/drawing/2014/main" id="{AEFDB7CA-1922-4B4E-94E9-B57DB9D0963D}"/>
              </a:ext>
            </a:extLst>
          </p:cNvPr>
          <p:cNvSpPr>
            <a:spLocks xmlns:a="http://schemas.openxmlformats.org/drawingml/2006/main" noGrp="1"/>
          </p:cNvSpPr>
          <p:nvPr/>
        </p:nvSpPr>
        <p:spPr>
          <a:xfrm xmlns:a="http://schemas.openxmlformats.org/drawingml/2006/main">
            <a:off x="1809750" y="5076825"/>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700" b="1" i="0">
                <a:solidFill>
                  <a:srgbClr val="3D8DFF"/>
                </a:solidFill>
                <a:latin typeface="Helvetica Neue"/>
                <a:ea typeface="Helvetica Neue"/>
                <a:cs typeface="Helvetica Neue"/>
              </a:defRPr>
            </a:pPr>
            <a:r>
              <a:rPr sz="2700" b="1" i="0">
                <a:solidFill>
                  <a:srgbClr val="3D8DFF"/>
                </a:solidFill>
                <a:latin typeface="Helvetica Neue"/>
                <a:ea typeface="Helvetica Neue"/>
                <a:cs typeface="Helvetica Neue"/>
              </a:rPr>
              <a:t>3 address bits + 4 message bits = 7 transmitted bits</a:t>
            </a:r>
          </a:p>
        </p:txBody>
      </p:sp>
    </p:spTree>
    <p:extLst>
      <p:ext uri="{BB962C8B-B14F-4D97-AF65-F5344CB8AC3E}">
        <p14:creationId xmlns:p14="http://schemas.microsoft.com/office/powerpoint/2010/main" val="167744109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18">
            <a:extLst xmlns:a="http://schemas.openxmlformats.org/drawingml/2006/main">
              <a:ext uri="{FF2B5EF4-FFF2-40B4-BE49-F238E27FC236}">
                <a16:creationId xmlns:a16="http://schemas.microsoft.com/office/drawing/2014/main" id="{0F0D5B3A-8225-4941-B22A-5EC518D1B46A}"/>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DERIVE THE ROUTINE</a:t>
            </a:r>
          </a:p>
        </p:txBody>
      </p:sp>
      <p:sp>
        <p:nvSpPr>
          <p:cNvPr id="2" name="title-18">
            <a:extLst xmlns:a="http://schemas.openxmlformats.org/drawingml/2006/main">
              <a:ext uri="{FF2B5EF4-FFF2-40B4-BE49-F238E27FC236}">
                <a16:creationId xmlns:a16="http://schemas.microsoft.com/office/drawing/2014/main" id="{DCCAF996-3E6D-4DE2-8768-29FC56BDD58C}"/>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Can you reconstruct the encoder from its job?</a:t>
            </a:r>
          </a:p>
        </p:txBody>
      </p:sp>
      <p:cxnSp>
        <p:nvCxnSpPr>
          <p:cNvPr id="23"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18">
            <a:extLst xmlns:a="http://schemas.openxmlformats.org/drawingml/2006/main">
              <a:ext uri="{FF2B5EF4-FFF2-40B4-BE49-F238E27FC236}">
                <a16:creationId xmlns:a16="http://schemas.microsoft.com/office/drawing/2014/main" id="{82FA94A7-2C37-4EA1-A077-1B6F2E796C77}"/>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18</a:t>
            </a:r>
          </a:p>
        </p:txBody>
      </p:sp>
      <p:sp>
        <p:nvSpPr>
          <p:cNvPr id="5" name="step-num-0">
            <a:extLst xmlns:a="http://schemas.openxmlformats.org/drawingml/2006/main">
              <a:ext uri="{FF2B5EF4-FFF2-40B4-BE49-F238E27FC236}">
                <a16:creationId xmlns:a16="http://schemas.microsoft.com/office/drawing/2014/main" id="{76D6CE5D-7F60-43CE-9F1E-395A4A8AC631}"/>
              </a:ext>
            </a:extLst>
          </p:cNvPr>
          <p:cNvSpPr>
            <a:spLocks xmlns:a="http://schemas.openxmlformats.org/drawingml/2006/main" noGrp="1"/>
          </p:cNvSpPr>
          <p:nvPr/>
        </p:nvSpPr>
        <p:spPr>
          <a:xfrm xmlns:a="http://schemas.openxmlformats.org/drawingml/2006/main">
            <a:off x="400050" y="195262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i="0">
                <a:solidFill>
                  <a:srgbClr val="3D8DFF"/>
                </a:solidFill>
                <a:latin typeface="Helvetica Neue"/>
                <a:ea typeface="Helvetica Neue"/>
                <a:cs typeface="Helvetica Neue"/>
              </a:defRPr>
            </a:pPr>
            <a:r>
              <a:rPr sz="4050" b="1" i="0">
                <a:solidFill>
                  <a:srgbClr val="3D8DFF"/>
                </a:solidFill>
                <a:latin typeface="Helvetica Neue"/>
                <a:ea typeface="Helvetica Neue"/>
                <a:cs typeface="Helvetica Neue"/>
              </a:rPr>
              <a:t>1</a:t>
            </a:r>
          </a:p>
        </p:txBody>
      </p:sp>
      <p:cxnSp>
        <p:nvCxnSpPr>
          <p:cNvPr id="26" name=""/>
          <p:cNvCxnSpPr/>
          <p:nvPr/>
        </p:nvCxnSpPr>
        <p:spPr>
          <a:xfrm xmlns:a="http://schemas.openxmlformats.org/drawingml/2006/main">
            <a:off x="400050" y="2733675"/>
            <a:ext cx="2533650" cy="953"/>
          </a:xfrm>
          <a:prstGeom xmlns:a="http://schemas.openxmlformats.org/drawingml/2006/main" prst="straightConnector1">
            <a:avLst/>
          </a:prstGeom>
          <a:ln xmlns:a="http://schemas.openxmlformats.org/drawingml/2006/main" w="28575">
            <a:solidFill>
              <a:srgbClr val="B8BCC4"/>
            </a:solidFill>
            <a:prstDash val="solid"/>
          </a:ln>
        </p:spPr>
      </p:cxnSp>
      <p:sp>
        <p:nvSpPr>
          <p:cNvPr id="7" name="step-title-0">
            <a:extLst xmlns:a="http://schemas.openxmlformats.org/drawingml/2006/main">
              <a:ext uri="{FF2B5EF4-FFF2-40B4-BE49-F238E27FC236}">
                <a16:creationId xmlns:a16="http://schemas.microsoft.com/office/drawing/2014/main" id="{96F3162A-3FCB-40B0-B31E-8620BA649BD7}"/>
              </a:ext>
            </a:extLst>
          </p:cNvPr>
          <p:cNvSpPr>
            <a:spLocks xmlns:a="http://schemas.openxmlformats.org/drawingml/2006/main" noGrp="1"/>
          </p:cNvSpPr>
          <p:nvPr/>
        </p:nvSpPr>
        <p:spPr>
          <a:xfrm xmlns:a="http://schemas.openxmlformats.org/drawingml/2006/main">
            <a:off x="400050" y="300037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00000"/>
                </a:solidFill>
                <a:latin typeface="Helvetica Neue"/>
                <a:ea typeface="Helvetica Neue"/>
                <a:cs typeface="Helvetica Neue"/>
              </a:defRPr>
            </a:pPr>
            <a:r>
              <a:rPr sz="2025" b="1" i="0">
                <a:solidFill>
                  <a:srgbClr val="000000"/>
                </a:solidFill>
                <a:latin typeface="Helvetica Neue"/>
                <a:ea typeface="Helvetica Neue"/>
                <a:cs typeface="Helvetica Neue"/>
              </a:rPr>
              <a:t>Name slots</a:t>
            </a:r>
          </a:p>
        </p:txBody>
      </p:sp>
      <p:sp>
        <p:nvSpPr>
          <p:cNvPr id="8" name="step-body-0">
            <a:extLst xmlns:a="http://schemas.openxmlformats.org/drawingml/2006/main">
              <a:ext uri="{FF2B5EF4-FFF2-40B4-BE49-F238E27FC236}">
                <a16:creationId xmlns:a16="http://schemas.microsoft.com/office/drawing/2014/main" id="{45EB9715-03CB-4281-A275-BF67E5192B5D}"/>
              </a:ext>
            </a:extLst>
          </p:cNvPr>
          <p:cNvSpPr>
            <a:spLocks xmlns:a="http://schemas.openxmlformats.org/drawingml/2006/main" noGrp="1"/>
          </p:cNvSpPr>
          <p:nvPr/>
        </p:nvSpPr>
        <p:spPr>
          <a:xfrm xmlns:a="http://schemas.openxmlformats.org/drawingml/2006/main">
            <a:off x="400050" y="3838575"/>
            <a:ext cx="25336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9616D"/>
                </a:solidFill>
                <a:latin typeface="Helvetica Neue"/>
                <a:ea typeface="Helvetica Neue"/>
                <a:cs typeface="Helvetica Neue"/>
              </a:defRPr>
            </a:pPr>
            <a:r>
              <a:rPr sz="1650" b="0" i="0">
                <a:solidFill>
                  <a:srgbClr val="59616D"/>
                </a:solidFill>
                <a:latin typeface="Helvetica Neue"/>
                <a:ea typeface="Helvetica Neue"/>
                <a:cs typeface="Helvetica Neue"/>
              </a:rPr>
              <a:t>Write positions 1–7 and mark 1,2,4 as checks.</a:t>
            </a:r>
          </a:p>
        </p:txBody>
      </p:sp>
      <p:sp>
        <p:nvSpPr>
          <p:cNvPr id="9" name="step-num-1">
            <a:extLst xmlns:a="http://schemas.openxmlformats.org/drawingml/2006/main">
              <a:ext uri="{FF2B5EF4-FFF2-40B4-BE49-F238E27FC236}">
                <a16:creationId xmlns:a16="http://schemas.microsoft.com/office/drawing/2014/main" id="{5F55F6E7-671E-4082-ADB1-F08581587CF8}"/>
              </a:ext>
            </a:extLst>
          </p:cNvPr>
          <p:cNvSpPr>
            <a:spLocks xmlns:a="http://schemas.openxmlformats.org/drawingml/2006/main" noGrp="1"/>
          </p:cNvSpPr>
          <p:nvPr/>
        </p:nvSpPr>
        <p:spPr>
          <a:xfrm xmlns:a="http://schemas.openxmlformats.org/drawingml/2006/main">
            <a:off x="3238500" y="195262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i="0">
                <a:solidFill>
                  <a:srgbClr val="3D8DFF"/>
                </a:solidFill>
                <a:latin typeface="Helvetica Neue"/>
                <a:ea typeface="Helvetica Neue"/>
                <a:cs typeface="Helvetica Neue"/>
              </a:defRPr>
            </a:pPr>
            <a:r>
              <a:rPr sz="4050" b="1" i="0">
                <a:solidFill>
                  <a:srgbClr val="3D8DFF"/>
                </a:solidFill>
                <a:latin typeface="Helvetica Neue"/>
                <a:ea typeface="Helvetica Neue"/>
                <a:cs typeface="Helvetica Neue"/>
              </a:rPr>
              <a:t>2</a:t>
            </a:r>
          </a:p>
        </p:txBody>
      </p:sp>
      <p:cxnSp>
        <p:nvCxnSpPr>
          <p:cNvPr id="30" name=""/>
          <p:cNvCxnSpPr/>
          <p:nvPr/>
        </p:nvCxnSpPr>
        <p:spPr>
          <a:xfrm xmlns:a="http://schemas.openxmlformats.org/drawingml/2006/main">
            <a:off x="3238500" y="2733675"/>
            <a:ext cx="2533650" cy="953"/>
          </a:xfrm>
          <a:prstGeom xmlns:a="http://schemas.openxmlformats.org/drawingml/2006/main" prst="straightConnector1">
            <a:avLst/>
          </a:prstGeom>
          <a:ln xmlns:a="http://schemas.openxmlformats.org/drawingml/2006/main" w="28575">
            <a:solidFill>
              <a:srgbClr val="B8BCC4"/>
            </a:solidFill>
            <a:prstDash val="solid"/>
          </a:ln>
        </p:spPr>
      </p:cxnSp>
      <p:sp>
        <p:nvSpPr>
          <p:cNvPr id="11" name="step-title-1">
            <a:extLst xmlns:a="http://schemas.openxmlformats.org/drawingml/2006/main">
              <a:ext uri="{FF2B5EF4-FFF2-40B4-BE49-F238E27FC236}">
                <a16:creationId xmlns:a16="http://schemas.microsoft.com/office/drawing/2014/main" id="{2F1AB6E2-1ADA-490F-8552-2B8815DFCB5C}"/>
              </a:ext>
            </a:extLst>
          </p:cNvPr>
          <p:cNvSpPr>
            <a:spLocks xmlns:a="http://schemas.openxmlformats.org/drawingml/2006/main" noGrp="1"/>
          </p:cNvSpPr>
          <p:nvPr/>
        </p:nvSpPr>
        <p:spPr>
          <a:xfrm xmlns:a="http://schemas.openxmlformats.org/drawingml/2006/main">
            <a:off x="3238500" y="300037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00000"/>
                </a:solidFill>
                <a:latin typeface="Helvetica Neue"/>
                <a:ea typeface="Helvetica Neue"/>
                <a:cs typeface="Helvetica Neue"/>
              </a:defRPr>
            </a:pPr>
            <a:r>
              <a:rPr sz="2025" b="1" i="0">
                <a:solidFill>
                  <a:srgbClr val="000000"/>
                </a:solidFill>
                <a:latin typeface="Helvetica Neue"/>
                <a:ea typeface="Helvetica Neue"/>
                <a:cs typeface="Helvetica Neue"/>
              </a:rPr>
              <a:t>Place data</a:t>
            </a:r>
          </a:p>
        </p:txBody>
      </p:sp>
      <p:sp>
        <p:nvSpPr>
          <p:cNvPr id="12" name="step-body-1">
            <a:extLst xmlns:a="http://schemas.openxmlformats.org/drawingml/2006/main">
              <a:ext uri="{FF2B5EF4-FFF2-40B4-BE49-F238E27FC236}">
                <a16:creationId xmlns:a16="http://schemas.microsoft.com/office/drawing/2014/main" id="{0DC197C9-046C-4955-A4D0-FFCDD81C5326}"/>
              </a:ext>
            </a:extLst>
          </p:cNvPr>
          <p:cNvSpPr>
            <a:spLocks xmlns:a="http://schemas.openxmlformats.org/drawingml/2006/main" noGrp="1"/>
          </p:cNvSpPr>
          <p:nvPr/>
        </p:nvSpPr>
        <p:spPr>
          <a:xfrm xmlns:a="http://schemas.openxmlformats.org/drawingml/2006/main">
            <a:off x="3238500" y="3838575"/>
            <a:ext cx="25336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9616D"/>
                </a:solidFill>
                <a:latin typeface="Helvetica Neue"/>
                <a:ea typeface="Helvetica Neue"/>
                <a:cs typeface="Helvetica Neue"/>
              </a:defRPr>
            </a:pPr>
            <a:r>
              <a:rPr sz="1650" b="0" i="0">
                <a:solidFill>
                  <a:srgbClr val="59616D"/>
                </a:solidFill>
                <a:latin typeface="Helvetica Neue"/>
                <a:ea typeface="Helvetica Neue"/>
                <a:cs typeface="Helvetica Neue"/>
              </a:rPr>
              <a:t>Put the four message bits in 3,5,6,7.</a:t>
            </a:r>
          </a:p>
        </p:txBody>
      </p:sp>
      <p:sp>
        <p:nvSpPr>
          <p:cNvPr id="13" name="step-num-2">
            <a:extLst xmlns:a="http://schemas.openxmlformats.org/drawingml/2006/main">
              <a:ext uri="{FF2B5EF4-FFF2-40B4-BE49-F238E27FC236}">
                <a16:creationId xmlns:a16="http://schemas.microsoft.com/office/drawing/2014/main" id="{20BA4BFB-F8B2-4082-A030-0F54FC6A525C}"/>
              </a:ext>
            </a:extLst>
          </p:cNvPr>
          <p:cNvSpPr>
            <a:spLocks xmlns:a="http://schemas.openxmlformats.org/drawingml/2006/main" noGrp="1"/>
          </p:cNvSpPr>
          <p:nvPr/>
        </p:nvSpPr>
        <p:spPr>
          <a:xfrm xmlns:a="http://schemas.openxmlformats.org/drawingml/2006/main">
            <a:off x="6076950" y="195262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i="0">
                <a:solidFill>
                  <a:srgbClr val="3D8DFF"/>
                </a:solidFill>
                <a:latin typeface="Helvetica Neue"/>
                <a:ea typeface="Helvetica Neue"/>
                <a:cs typeface="Helvetica Neue"/>
              </a:defRPr>
            </a:pPr>
            <a:r>
              <a:rPr sz="4050" b="1" i="0">
                <a:solidFill>
                  <a:srgbClr val="3D8DFF"/>
                </a:solidFill>
                <a:latin typeface="Helvetica Neue"/>
                <a:ea typeface="Helvetica Neue"/>
                <a:cs typeface="Helvetica Neue"/>
              </a:rPr>
              <a:t>3</a:t>
            </a:r>
          </a:p>
        </p:txBody>
      </p:sp>
      <p:cxnSp>
        <p:nvCxnSpPr>
          <p:cNvPr id="34" name=""/>
          <p:cNvCxnSpPr/>
          <p:nvPr/>
        </p:nvCxnSpPr>
        <p:spPr>
          <a:xfrm xmlns:a="http://schemas.openxmlformats.org/drawingml/2006/main">
            <a:off x="6076950" y="2733675"/>
            <a:ext cx="2533650" cy="953"/>
          </a:xfrm>
          <a:prstGeom xmlns:a="http://schemas.openxmlformats.org/drawingml/2006/main" prst="straightConnector1">
            <a:avLst/>
          </a:prstGeom>
          <a:ln xmlns:a="http://schemas.openxmlformats.org/drawingml/2006/main" w="28575">
            <a:solidFill>
              <a:srgbClr val="B8BCC4"/>
            </a:solidFill>
            <a:prstDash val="solid"/>
          </a:ln>
        </p:spPr>
      </p:cxnSp>
      <p:sp>
        <p:nvSpPr>
          <p:cNvPr id="15" name="step-title-2">
            <a:extLst xmlns:a="http://schemas.openxmlformats.org/drawingml/2006/main">
              <a:ext uri="{FF2B5EF4-FFF2-40B4-BE49-F238E27FC236}">
                <a16:creationId xmlns:a16="http://schemas.microsoft.com/office/drawing/2014/main" id="{C1C1DEF1-E757-4FBC-8758-1996F2F77C0C}"/>
              </a:ext>
            </a:extLst>
          </p:cNvPr>
          <p:cNvSpPr>
            <a:spLocks xmlns:a="http://schemas.openxmlformats.org/drawingml/2006/main" noGrp="1"/>
          </p:cNvSpPr>
          <p:nvPr/>
        </p:nvSpPr>
        <p:spPr>
          <a:xfrm xmlns:a="http://schemas.openxmlformats.org/drawingml/2006/main">
            <a:off x="6076950" y="300037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00000"/>
                </a:solidFill>
                <a:latin typeface="Helvetica Neue"/>
                <a:ea typeface="Helvetica Neue"/>
                <a:cs typeface="Helvetica Neue"/>
              </a:defRPr>
            </a:pPr>
            <a:r>
              <a:rPr sz="2025" b="1" i="0">
                <a:solidFill>
                  <a:srgbClr val="000000"/>
                </a:solidFill>
                <a:latin typeface="Helvetica Neue"/>
                <a:ea typeface="Helvetica Neue"/>
                <a:cs typeface="Helvetica Neue"/>
              </a:rPr>
              <a:t>Keep promises</a:t>
            </a:r>
          </a:p>
        </p:txBody>
      </p:sp>
      <p:sp>
        <p:nvSpPr>
          <p:cNvPr id="16" name="step-body-2">
            <a:extLst xmlns:a="http://schemas.openxmlformats.org/drawingml/2006/main">
              <a:ext uri="{FF2B5EF4-FFF2-40B4-BE49-F238E27FC236}">
                <a16:creationId xmlns:a16="http://schemas.microsoft.com/office/drawing/2014/main" id="{8C904136-B3DE-4815-832C-701B64FB27E2}"/>
              </a:ext>
            </a:extLst>
          </p:cNvPr>
          <p:cNvSpPr>
            <a:spLocks xmlns:a="http://schemas.openxmlformats.org/drawingml/2006/main" noGrp="1"/>
          </p:cNvSpPr>
          <p:nvPr/>
        </p:nvSpPr>
        <p:spPr>
          <a:xfrm xmlns:a="http://schemas.openxmlformats.org/drawingml/2006/main">
            <a:off x="6076950" y="3838575"/>
            <a:ext cx="25336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9616D"/>
                </a:solidFill>
                <a:latin typeface="Helvetica Neue"/>
                <a:ea typeface="Helvetica Neue"/>
                <a:cs typeface="Helvetica Neue"/>
              </a:defRPr>
            </a:pPr>
            <a:r>
              <a:rPr sz="1650" b="0" i="0">
                <a:solidFill>
                  <a:srgbClr val="59616D"/>
                </a:solidFill>
                <a:latin typeface="Helvetica Neue"/>
                <a:ea typeface="Helvetica Neue"/>
                <a:cs typeface="Helvetica Neue"/>
              </a:rPr>
              <a:t>Choose p₁,p₂,p₄ so their groups are even.</a:t>
            </a:r>
          </a:p>
        </p:txBody>
      </p:sp>
      <p:sp>
        <p:nvSpPr>
          <p:cNvPr id="17" name="step-num-3">
            <a:extLst xmlns:a="http://schemas.openxmlformats.org/drawingml/2006/main">
              <a:ext uri="{FF2B5EF4-FFF2-40B4-BE49-F238E27FC236}">
                <a16:creationId xmlns:a16="http://schemas.microsoft.com/office/drawing/2014/main" id="{0D1DB451-92C4-4E01-9571-5F2B78E51BED}"/>
              </a:ext>
            </a:extLst>
          </p:cNvPr>
          <p:cNvSpPr>
            <a:spLocks xmlns:a="http://schemas.openxmlformats.org/drawingml/2006/main" noGrp="1"/>
          </p:cNvSpPr>
          <p:nvPr/>
        </p:nvSpPr>
        <p:spPr>
          <a:xfrm xmlns:a="http://schemas.openxmlformats.org/drawingml/2006/main">
            <a:off x="8915400" y="195262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i="0">
                <a:solidFill>
                  <a:srgbClr val="3D8DFF"/>
                </a:solidFill>
                <a:latin typeface="Helvetica Neue"/>
                <a:ea typeface="Helvetica Neue"/>
                <a:cs typeface="Helvetica Neue"/>
              </a:defRPr>
            </a:pPr>
            <a:r>
              <a:rPr sz="4050" b="1" i="0">
                <a:solidFill>
                  <a:srgbClr val="3D8DFF"/>
                </a:solidFill>
                <a:latin typeface="Helvetica Neue"/>
                <a:ea typeface="Helvetica Neue"/>
                <a:cs typeface="Helvetica Neue"/>
              </a:rPr>
              <a:t>4</a:t>
            </a:r>
          </a:p>
        </p:txBody>
      </p:sp>
      <p:cxnSp>
        <p:nvCxnSpPr>
          <p:cNvPr id="38" name=""/>
          <p:cNvCxnSpPr/>
          <p:nvPr/>
        </p:nvCxnSpPr>
        <p:spPr>
          <a:xfrm xmlns:a="http://schemas.openxmlformats.org/drawingml/2006/main">
            <a:off x="8915400" y="2733675"/>
            <a:ext cx="2533650" cy="953"/>
          </a:xfrm>
          <a:prstGeom xmlns:a="http://schemas.openxmlformats.org/drawingml/2006/main" prst="straightConnector1">
            <a:avLst/>
          </a:prstGeom>
          <a:ln xmlns:a="http://schemas.openxmlformats.org/drawingml/2006/main" w="28575">
            <a:solidFill>
              <a:srgbClr val="FF625E"/>
            </a:solidFill>
            <a:prstDash val="solid"/>
          </a:ln>
        </p:spPr>
      </p:cxnSp>
      <p:sp>
        <p:nvSpPr>
          <p:cNvPr id="19" name="step-title-3">
            <a:extLst xmlns:a="http://schemas.openxmlformats.org/drawingml/2006/main">
              <a:ext uri="{FF2B5EF4-FFF2-40B4-BE49-F238E27FC236}">
                <a16:creationId xmlns:a16="http://schemas.microsoft.com/office/drawing/2014/main" id="{C5FDDAA7-CE21-4DA3-ABC8-A3D6D3244950}"/>
              </a:ext>
            </a:extLst>
          </p:cNvPr>
          <p:cNvSpPr>
            <a:spLocks xmlns:a="http://schemas.openxmlformats.org/drawingml/2006/main" noGrp="1"/>
          </p:cNvSpPr>
          <p:nvPr/>
        </p:nvSpPr>
        <p:spPr>
          <a:xfrm xmlns:a="http://schemas.openxmlformats.org/drawingml/2006/main">
            <a:off x="8915400" y="300037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00000"/>
                </a:solidFill>
                <a:latin typeface="Helvetica Neue"/>
                <a:ea typeface="Helvetica Neue"/>
                <a:cs typeface="Helvetica Neue"/>
              </a:defRPr>
            </a:pPr>
            <a:r>
              <a:rPr sz="2025" b="1" i="0">
                <a:solidFill>
                  <a:srgbClr val="000000"/>
                </a:solidFill>
                <a:latin typeface="Helvetica Neue"/>
                <a:ea typeface="Helvetica Neue"/>
                <a:cs typeface="Helvetica Neue"/>
              </a:rPr>
              <a:t>Audit</a:t>
            </a:r>
          </a:p>
        </p:txBody>
      </p:sp>
      <p:sp>
        <p:nvSpPr>
          <p:cNvPr id="20" name="step-body-3">
            <a:extLst xmlns:a="http://schemas.openxmlformats.org/drawingml/2006/main">
              <a:ext uri="{FF2B5EF4-FFF2-40B4-BE49-F238E27FC236}">
                <a16:creationId xmlns:a16="http://schemas.microsoft.com/office/drawing/2014/main" id="{C6C19FC5-CB42-44B0-994B-C5D9822F2987}"/>
              </a:ext>
            </a:extLst>
          </p:cNvPr>
          <p:cNvSpPr>
            <a:spLocks xmlns:a="http://schemas.openxmlformats.org/drawingml/2006/main" noGrp="1"/>
          </p:cNvSpPr>
          <p:nvPr/>
        </p:nvSpPr>
        <p:spPr>
          <a:xfrm xmlns:a="http://schemas.openxmlformats.org/drawingml/2006/main">
            <a:off x="8915400" y="3838575"/>
            <a:ext cx="25336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9616D"/>
                </a:solidFill>
                <a:latin typeface="Helvetica Neue"/>
                <a:ea typeface="Helvetica Neue"/>
                <a:cs typeface="Helvetica Neue"/>
              </a:defRPr>
            </a:pPr>
            <a:r>
              <a:rPr sz="1650" b="0" i="0">
                <a:solidFill>
                  <a:srgbClr val="59616D"/>
                </a:solidFill>
                <a:latin typeface="Helvetica Neue"/>
                <a:ea typeface="Helvetica Neue"/>
                <a:cs typeface="Helvetica Neue"/>
              </a:rPr>
              <a:t>Verify all three expected answers are NO.</a:t>
            </a:r>
          </a:p>
        </p:txBody>
      </p:sp>
    </p:spTree>
    <p:extLst>
      <p:ext uri="{BB962C8B-B14F-4D97-AF65-F5344CB8AC3E}">
        <p14:creationId xmlns:p14="http://schemas.microsoft.com/office/powerpoint/2010/main" val="126172704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section-19">
            <a:extLst xmlns:a="http://schemas.openxmlformats.org/drawingml/2006/main">
              <a:ext uri="{FF2B5EF4-FFF2-40B4-BE49-F238E27FC236}">
                <a16:creationId xmlns:a16="http://schemas.microsoft.com/office/drawing/2014/main" id="{B4B3E2C4-C12F-4728-A0DF-304788E107D9}"/>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USE YOUR DESIGN</a:t>
            </a:r>
          </a:p>
        </p:txBody>
      </p:sp>
      <p:sp>
        <p:nvSpPr>
          <p:cNvPr id="2" name="title-19">
            <a:extLst xmlns:a="http://schemas.openxmlformats.org/drawingml/2006/main">
              <a:ext uri="{FF2B5EF4-FFF2-40B4-BE49-F238E27FC236}">
                <a16:creationId xmlns:a16="http://schemas.microsoft.com/office/drawing/2014/main" id="{4BEB2C1A-04EA-47C2-AF47-09D18FC5A6F8}"/>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Pair challenge: encode 1 0 1 1</a:t>
            </a:r>
          </a:p>
        </p:txBody>
      </p:sp>
      <p:cxnSp>
        <p:nvCxnSpPr>
          <p:cNvPr id="38"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19">
            <a:extLst xmlns:a="http://schemas.openxmlformats.org/drawingml/2006/main">
              <a:ext uri="{FF2B5EF4-FFF2-40B4-BE49-F238E27FC236}">
                <a16:creationId xmlns:a16="http://schemas.microsoft.com/office/drawing/2014/main" id="{ECEF88A6-4975-4277-B95A-D5FF22C8F6E1}"/>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19</a:t>
            </a:r>
          </a:p>
        </p:txBody>
      </p:sp>
      <p:sp>
        <p:nvSpPr>
          <p:cNvPr id="5" name="encode-pos-1">
            <a:extLst xmlns:a="http://schemas.openxmlformats.org/drawingml/2006/main">
              <a:ext uri="{FF2B5EF4-FFF2-40B4-BE49-F238E27FC236}">
                <a16:creationId xmlns:a16="http://schemas.microsoft.com/office/drawing/2014/main" id="{CB4E9555-1A47-430F-B4AD-72307F1F26E1}"/>
              </a:ext>
            </a:extLst>
          </p:cNvPr>
          <p:cNvSpPr>
            <a:spLocks xmlns:a="http://schemas.openxmlformats.org/drawingml/2006/main" noGrp="1"/>
          </p:cNvSpPr>
          <p:nvPr/>
        </p:nvSpPr>
        <p:spPr>
          <a:xfrm xmlns:a="http://schemas.openxmlformats.org/drawingml/2006/main">
            <a:off x="781050" y="206692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1</a:t>
            </a:r>
          </a:p>
        </p:txBody>
      </p:sp>
      <p:sp>
        <p:nvSpPr>
          <p:cNvPr id="6" name="encode-cell-1">
            <a:extLst xmlns:a="http://schemas.openxmlformats.org/drawingml/2006/main">
              <a:ext uri="{FF2B5EF4-FFF2-40B4-BE49-F238E27FC236}">
                <a16:creationId xmlns:a16="http://schemas.microsoft.com/office/drawing/2014/main" id="{936A9E05-CA1F-4887-8515-CCC6996C948F}"/>
              </a:ext>
            </a:extLst>
          </p:cNvPr>
          <p:cNvSpPr>
            <a:spLocks xmlns:a="http://schemas.openxmlformats.org/drawingml/2006/main" noGrp="1"/>
          </p:cNvSpPr>
          <p:nvPr/>
        </p:nvSpPr>
        <p:spPr>
          <a:xfrm xmlns:a="http://schemas.openxmlformats.org/drawingml/2006/main">
            <a:off x="781050" y="2428875"/>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7" name="encode-bit-1">
            <a:extLst xmlns:a="http://schemas.openxmlformats.org/drawingml/2006/main">
              <a:ext uri="{FF2B5EF4-FFF2-40B4-BE49-F238E27FC236}">
                <a16:creationId xmlns:a16="http://schemas.microsoft.com/office/drawing/2014/main" id="{A097418E-744F-4664-B268-A6A1350ABB32}"/>
              </a:ext>
            </a:extLst>
          </p:cNvPr>
          <p:cNvSpPr>
            <a:spLocks xmlns:a="http://schemas.openxmlformats.org/drawingml/2006/main" noGrp="1"/>
          </p:cNvSpPr>
          <p:nvPr/>
        </p:nvSpPr>
        <p:spPr>
          <a:xfrm xmlns:a="http://schemas.openxmlformats.org/drawingml/2006/main">
            <a:off x="781050" y="265747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a:t>
            </a:r>
          </a:p>
        </p:txBody>
      </p:sp>
      <p:sp>
        <p:nvSpPr>
          <p:cNvPr id="8" name="encode-role-1">
            <a:extLst xmlns:a="http://schemas.openxmlformats.org/drawingml/2006/main">
              <a:ext uri="{FF2B5EF4-FFF2-40B4-BE49-F238E27FC236}">
                <a16:creationId xmlns:a16="http://schemas.microsoft.com/office/drawing/2014/main" id="{374FF3AE-4BE3-4658-8C89-046BB0BD7CC1}"/>
              </a:ext>
            </a:extLst>
          </p:cNvPr>
          <p:cNvSpPr>
            <a:spLocks xmlns:a="http://schemas.openxmlformats.org/drawingml/2006/main" noGrp="1"/>
          </p:cNvSpPr>
          <p:nvPr/>
        </p:nvSpPr>
        <p:spPr>
          <a:xfrm xmlns:a="http://schemas.openxmlformats.org/drawingml/2006/main">
            <a:off x="723900" y="382905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1</a:t>
            </a:r>
          </a:p>
        </p:txBody>
      </p:sp>
      <p:sp>
        <p:nvSpPr>
          <p:cNvPr id="9" name="encode-pos-2">
            <a:extLst xmlns:a="http://schemas.openxmlformats.org/drawingml/2006/main">
              <a:ext uri="{FF2B5EF4-FFF2-40B4-BE49-F238E27FC236}">
                <a16:creationId xmlns:a16="http://schemas.microsoft.com/office/drawing/2014/main" id="{3BDBD4FB-6BE1-438D-A03B-03618100FB92}"/>
              </a:ext>
            </a:extLst>
          </p:cNvPr>
          <p:cNvSpPr>
            <a:spLocks xmlns:a="http://schemas.openxmlformats.org/drawingml/2006/main" noGrp="1"/>
          </p:cNvSpPr>
          <p:nvPr/>
        </p:nvSpPr>
        <p:spPr>
          <a:xfrm xmlns:a="http://schemas.openxmlformats.org/drawingml/2006/main">
            <a:off x="2409825" y="206692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2</a:t>
            </a:r>
          </a:p>
        </p:txBody>
      </p:sp>
      <p:sp>
        <p:nvSpPr>
          <p:cNvPr id="10" name="encode-cell-2">
            <a:extLst xmlns:a="http://schemas.openxmlformats.org/drawingml/2006/main">
              <a:ext uri="{FF2B5EF4-FFF2-40B4-BE49-F238E27FC236}">
                <a16:creationId xmlns:a16="http://schemas.microsoft.com/office/drawing/2014/main" id="{B9511304-2DE5-4C02-9D56-B7257E612DEB}"/>
              </a:ext>
            </a:extLst>
          </p:cNvPr>
          <p:cNvSpPr>
            <a:spLocks xmlns:a="http://schemas.openxmlformats.org/drawingml/2006/main" noGrp="1"/>
          </p:cNvSpPr>
          <p:nvPr/>
        </p:nvSpPr>
        <p:spPr>
          <a:xfrm xmlns:a="http://schemas.openxmlformats.org/drawingml/2006/main">
            <a:off x="2409825" y="2428875"/>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1" name="encode-bit-2">
            <a:extLst xmlns:a="http://schemas.openxmlformats.org/drawingml/2006/main">
              <a:ext uri="{FF2B5EF4-FFF2-40B4-BE49-F238E27FC236}">
                <a16:creationId xmlns:a16="http://schemas.microsoft.com/office/drawing/2014/main" id="{77CEC1CC-10FD-4A0C-AA3F-9B37BED65351}"/>
              </a:ext>
            </a:extLst>
          </p:cNvPr>
          <p:cNvSpPr>
            <a:spLocks xmlns:a="http://schemas.openxmlformats.org/drawingml/2006/main" noGrp="1"/>
          </p:cNvSpPr>
          <p:nvPr/>
        </p:nvSpPr>
        <p:spPr>
          <a:xfrm xmlns:a="http://schemas.openxmlformats.org/drawingml/2006/main">
            <a:off x="2409825" y="265747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a:t>
            </a:r>
          </a:p>
        </p:txBody>
      </p:sp>
      <p:sp>
        <p:nvSpPr>
          <p:cNvPr id="12" name="encode-role-2">
            <a:extLst xmlns:a="http://schemas.openxmlformats.org/drawingml/2006/main">
              <a:ext uri="{FF2B5EF4-FFF2-40B4-BE49-F238E27FC236}">
                <a16:creationId xmlns:a16="http://schemas.microsoft.com/office/drawing/2014/main" id="{56F54925-45E7-4D1E-A871-7BCE5FE93263}"/>
              </a:ext>
            </a:extLst>
          </p:cNvPr>
          <p:cNvSpPr>
            <a:spLocks xmlns:a="http://schemas.openxmlformats.org/drawingml/2006/main" noGrp="1"/>
          </p:cNvSpPr>
          <p:nvPr/>
        </p:nvSpPr>
        <p:spPr>
          <a:xfrm xmlns:a="http://schemas.openxmlformats.org/drawingml/2006/main">
            <a:off x="2352675" y="382905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2</a:t>
            </a:r>
          </a:p>
        </p:txBody>
      </p:sp>
      <p:sp>
        <p:nvSpPr>
          <p:cNvPr id="13" name="encode-pos-3">
            <a:extLst xmlns:a="http://schemas.openxmlformats.org/drawingml/2006/main">
              <a:ext uri="{FF2B5EF4-FFF2-40B4-BE49-F238E27FC236}">
                <a16:creationId xmlns:a16="http://schemas.microsoft.com/office/drawing/2014/main" id="{2C998ECC-A939-48F4-8736-9BE3A9B62BA7}"/>
              </a:ext>
            </a:extLst>
          </p:cNvPr>
          <p:cNvSpPr>
            <a:spLocks xmlns:a="http://schemas.openxmlformats.org/drawingml/2006/main" noGrp="1"/>
          </p:cNvSpPr>
          <p:nvPr/>
        </p:nvSpPr>
        <p:spPr>
          <a:xfrm xmlns:a="http://schemas.openxmlformats.org/drawingml/2006/main">
            <a:off x="4038600" y="206692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3</a:t>
            </a:r>
          </a:p>
        </p:txBody>
      </p:sp>
      <p:sp>
        <p:nvSpPr>
          <p:cNvPr id="14" name="encode-cell-3">
            <a:extLst xmlns:a="http://schemas.openxmlformats.org/drawingml/2006/main">
              <a:ext uri="{FF2B5EF4-FFF2-40B4-BE49-F238E27FC236}">
                <a16:creationId xmlns:a16="http://schemas.microsoft.com/office/drawing/2014/main" id="{9D026108-4739-41DB-9770-7C60A0CDC9BE}"/>
              </a:ext>
            </a:extLst>
          </p:cNvPr>
          <p:cNvSpPr>
            <a:spLocks xmlns:a="http://schemas.openxmlformats.org/drawingml/2006/main" noGrp="1"/>
          </p:cNvSpPr>
          <p:nvPr/>
        </p:nvSpPr>
        <p:spPr>
          <a:xfrm xmlns:a="http://schemas.openxmlformats.org/drawingml/2006/main">
            <a:off x="4038600" y="2428875"/>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15" name="encode-bit-3">
            <a:extLst xmlns:a="http://schemas.openxmlformats.org/drawingml/2006/main">
              <a:ext uri="{FF2B5EF4-FFF2-40B4-BE49-F238E27FC236}">
                <a16:creationId xmlns:a16="http://schemas.microsoft.com/office/drawing/2014/main" id="{9CDFDA22-30C5-4984-A2F8-CCA1FD52DA98}"/>
              </a:ext>
            </a:extLst>
          </p:cNvPr>
          <p:cNvSpPr>
            <a:spLocks xmlns:a="http://schemas.openxmlformats.org/drawingml/2006/main" noGrp="1"/>
          </p:cNvSpPr>
          <p:nvPr/>
        </p:nvSpPr>
        <p:spPr>
          <a:xfrm xmlns:a="http://schemas.openxmlformats.org/drawingml/2006/main">
            <a:off x="4038600" y="265747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16" name="encode-role-3">
            <a:extLst xmlns:a="http://schemas.openxmlformats.org/drawingml/2006/main">
              <a:ext uri="{FF2B5EF4-FFF2-40B4-BE49-F238E27FC236}">
                <a16:creationId xmlns:a16="http://schemas.microsoft.com/office/drawing/2014/main" id="{895F4580-3C5B-42B0-9D6F-924B7F42C4DB}"/>
              </a:ext>
            </a:extLst>
          </p:cNvPr>
          <p:cNvSpPr>
            <a:spLocks xmlns:a="http://schemas.openxmlformats.org/drawingml/2006/main" noGrp="1"/>
          </p:cNvSpPr>
          <p:nvPr/>
        </p:nvSpPr>
        <p:spPr>
          <a:xfrm xmlns:a="http://schemas.openxmlformats.org/drawingml/2006/main">
            <a:off x="3981450" y="382905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1</a:t>
            </a:r>
          </a:p>
        </p:txBody>
      </p:sp>
      <p:sp>
        <p:nvSpPr>
          <p:cNvPr id="17" name="encode-pos-4">
            <a:extLst xmlns:a="http://schemas.openxmlformats.org/drawingml/2006/main">
              <a:ext uri="{FF2B5EF4-FFF2-40B4-BE49-F238E27FC236}">
                <a16:creationId xmlns:a16="http://schemas.microsoft.com/office/drawing/2014/main" id="{A4E986C3-F626-40C7-B12E-BA4D50FE8E12}"/>
              </a:ext>
            </a:extLst>
          </p:cNvPr>
          <p:cNvSpPr>
            <a:spLocks xmlns:a="http://schemas.openxmlformats.org/drawingml/2006/main" noGrp="1"/>
          </p:cNvSpPr>
          <p:nvPr/>
        </p:nvSpPr>
        <p:spPr>
          <a:xfrm xmlns:a="http://schemas.openxmlformats.org/drawingml/2006/main">
            <a:off x="5667375" y="206692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4</a:t>
            </a:r>
          </a:p>
        </p:txBody>
      </p:sp>
      <p:sp>
        <p:nvSpPr>
          <p:cNvPr id="18" name="encode-cell-4">
            <a:extLst xmlns:a="http://schemas.openxmlformats.org/drawingml/2006/main">
              <a:ext uri="{FF2B5EF4-FFF2-40B4-BE49-F238E27FC236}">
                <a16:creationId xmlns:a16="http://schemas.microsoft.com/office/drawing/2014/main" id="{7A6C4528-0440-4835-809F-B3C969F7FC7B}"/>
              </a:ext>
            </a:extLst>
          </p:cNvPr>
          <p:cNvSpPr>
            <a:spLocks xmlns:a="http://schemas.openxmlformats.org/drawingml/2006/main" noGrp="1"/>
          </p:cNvSpPr>
          <p:nvPr/>
        </p:nvSpPr>
        <p:spPr>
          <a:xfrm xmlns:a="http://schemas.openxmlformats.org/drawingml/2006/main">
            <a:off x="5667375" y="2428875"/>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9" name="encode-bit-4">
            <a:extLst xmlns:a="http://schemas.openxmlformats.org/drawingml/2006/main">
              <a:ext uri="{FF2B5EF4-FFF2-40B4-BE49-F238E27FC236}">
                <a16:creationId xmlns:a16="http://schemas.microsoft.com/office/drawing/2014/main" id="{E51462DE-6408-4A67-AA68-5309B235F6FC}"/>
              </a:ext>
            </a:extLst>
          </p:cNvPr>
          <p:cNvSpPr>
            <a:spLocks xmlns:a="http://schemas.openxmlformats.org/drawingml/2006/main" noGrp="1"/>
          </p:cNvSpPr>
          <p:nvPr/>
        </p:nvSpPr>
        <p:spPr>
          <a:xfrm xmlns:a="http://schemas.openxmlformats.org/drawingml/2006/main">
            <a:off x="5667375" y="265747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a:t>
            </a:r>
          </a:p>
        </p:txBody>
      </p:sp>
      <p:sp>
        <p:nvSpPr>
          <p:cNvPr id="20" name="encode-role-4">
            <a:extLst xmlns:a="http://schemas.openxmlformats.org/drawingml/2006/main">
              <a:ext uri="{FF2B5EF4-FFF2-40B4-BE49-F238E27FC236}">
                <a16:creationId xmlns:a16="http://schemas.microsoft.com/office/drawing/2014/main" id="{4869009E-0425-4313-B048-725467ADB46C}"/>
              </a:ext>
            </a:extLst>
          </p:cNvPr>
          <p:cNvSpPr>
            <a:spLocks xmlns:a="http://schemas.openxmlformats.org/drawingml/2006/main" noGrp="1"/>
          </p:cNvSpPr>
          <p:nvPr/>
        </p:nvSpPr>
        <p:spPr>
          <a:xfrm xmlns:a="http://schemas.openxmlformats.org/drawingml/2006/main">
            <a:off x="5610225" y="382905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4</a:t>
            </a:r>
          </a:p>
        </p:txBody>
      </p:sp>
      <p:sp>
        <p:nvSpPr>
          <p:cNvPr id="21" name="encode-pos-5">
            <a:extLst xmlns:a="http://schemas.openxmlformats.org/drawingml/2006/main">
              <a:ext uri="{FF2B5EF4-FFF2-40B4-BE49-F238E27FC236}">
                <a16:creationId xmlns:a16="http://schemas.microsoft.com/office/drawing/2014/main" id="{5D47D1AB-2A45-4CC2-A1FA-129BE734E88F}"/>
              </a:ext>
            </a:extLst>
          </p:cNvPr>
          <p:cNvSpPr>
            <a:spLocks xmlns:a="http://schemas.openxmlformats.org/drawingml/2006/main" noGrp="1"/>
          </p:cNvSpPr>
          <p:nvPr/>
        </p:nvSpPr>
        <p:spPr>
          <a:xfrm xmlns:a="http://schemas.openxmlformats.org/drawingml/2006/main">
            <a:off x="7296150" y="206692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5</a:t>
            </a:r>
          </a:p>
        </p:txBody>
      </p:sp>
      <p:sp>
        <p:nvSpPr>
          <p:cNvPr id="22" name="encode-cell-5">
            <a:extLst xmlns:a="http://schemas.openxmlformats.org/drawingml/2006/main">
              <a:ext uri="{FF2B5EF4-FFF2-40B4-BE49-F238E27FC236}">
                <a16:creationId xmlns:a16="http://schemas.microsoft.com/office/drawing/2014/main" id="{46D9A9A7-B638-4A6B-8BE5-0BB9741F2EB7}"/>
              </a:ext>
            </a:extLst>
          </p:cNvPr>
          <p:cNvSpPr>
            <a:spLocks xmlns:a="http://schemas.openxmlformats.org/drawingml/2006/main" noGrp="1"/>
          </p:cNvSpPr>
          <p:nvPr/>
        </p:nvSpPr>
        <p:spPr>
          <a:xfrm xmlns:a="http://schemas.openxmlformats.org/drawingml/2006/main">
            <a:off x="7296150" y="2428875"/>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23" name="encode-bit-5">
            <a:extLst xmlns:a="http://schemas.openxmlformats.org/drawingml/2006/main">
              <a:ext uri="{FF2B5EF4-FFF2-40B4-BE49-F238E27FC236}">
                <a16:creationId xmlns:a16="http://schemas.microsoft.com/office/drawing/2014/main" id="{29986569-F229-41E9-8BB8-910B748CC3D4}"/>
              </a:ext>
            </a:extLst>
          </p:cNvPr>
          <p:cNvSpPr>
            <a:spLocks xmlns:a="http://schemas.openxmlformats.org/drawingml/2006/main" noGrp="1"/>
          </p:cNvSpPr>
          <p:nvPr/>
        </p:nvSpPr>
        <p:spPr>
          <a:xfrm xmlns:a="http://schemas.openxmlformats.org/drawingml/2006/main">
            <a:off x="7296150" y="265747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a:t>
            </a:r>
          </a:p>
        </p:txBody>
      </p:sp>
      <p:sp>
        <p:nvSpPr>
          <p:cNvPr id="24" name="encode-role-5">
            <a:extLst xmlns:a="http://schemas.openxmlformats.org/drawingml/2006/main">
              <a:ext uri="{FF2B5EF4-FFF2-40B4-BE49-F238E27FC236}">
                <a16:creationId xmlns:a16="http://schemas.microsoft.com/office/drawing/2014/main" id="{A06ACF3A-AFA2-4954-8DA6-D5AB7989C8C0}"/>
              </a:ext>
            </a:extLst>
          </p:cNvPr>
          <p:cNvSpPr>
            <a:spLocks xmlns:a="http://schemas.openxmlformats.org/drawingml/2006/main" noGrp="1"/>
          </p:cNvSpPr>
          <p:nvPr/>
        </p:nvSpPr>
        <p:spPr>
          <a:xfrm xmlns:a="http://schemas.openxmlformats.org/drawingml/2006/main">
            <a:off x="7239000" y="382905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2</a:t>
            </a:r>
          </a:p>
        </p:txBody>
      </p:sp>
      <p:sp>
        <p:nvSpPr>
          <p:cNvPr id="25" name="encode-pos-6">
            <a:extLst xmlns:a="http://schemas.openxmlformats.org/drawingml/2006/main">
              <a:ext uri="{FF2B5EF4-FFF2-40B4-BE49-F238E27FC236}">
                <a16:creationId xmlns:a16="http://schemas.microsoft.com/office/drawing/2014/main" id="{727C345B-8D7A-4DB5-B154-9810DB1BD3B7}"/>
              </a:ext>
            </a:extLst>
          </p:cNvPr>
          <p:cNvSpPr>
            <a:spLocks xmlns:a="http://schemas.openxmlformats.org/drawingml/2006/main" noGrp="1"/>
          </p:cNvSpPr>
          <p:nvPr/>
        </p:nvSpPr>
        <p:spPr>
          <a:xfrm xmlns:a="http://schemas.openxmlformats.org/drawingml/2006/main">
            <a:off x="8924925" y="206692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6</a:t>
            </a:r>
          </a:p>
        </p:txBody>
      </p:sp>
      <p:sp>
        <p:nvSpPr>
          <p:cNvPr id="26" name="encode-cell-6">
            <a:extLst xmlns:a="http://schemas.openxmlformats.org/drawingml/2006/main">
              <a:ext uri="{FF2B5EF4-FFF2-40B4-BE49-F238E27FC236}">
                <a16:creationId xmlns:a16="http://schemas.microsoft.com/office/drawing/2014/main" id="{0B2E9DC7-9F07-4D71-9FF6-695C045FD687}"/>
              </a:ext>
            </a:extLst>
          </p:cNvPr>
          <p:cNvSpPr>
            <a:spLocks xmlns:a="http://schemas.openxmlformats.org/drawingml/2006/main" noGrp="1"/>
          </p:cNvSpPr>
          <p:nvPr/>
        </p:nvSpPr>
        <p:spPr>
          <a:xfrm xmlns:a="http://schemas.openxmlformats.org/drawingml/2006/main">
            <a:off x="8924925" y="2428875"/>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27" name="encode-bit-6">
            <a:extLst xmlns:a="http://schemas.openxmlformats.org/drawingml/2006/main">
              <a:ext uri="{FF2B5EF4-FFF2-40B4-BE49-F238E27FC236}">
                <a16:creationId xmlns:a16="http://schemas.microsoft.com/office/drawing/2014/main" id="{82BDD54C-C42C-4AC7-A5E6-A7894A9DEBB2}"/>
              </a:ext>
            </a:extLst>
          </p:cNvPr>
          <p:cNvSpPr>
            <a:spLocks xmlns:a="http://schemas.openxmlformats.org/drawingml/2006/main" noGrp="1"/>
          </p:cNvSpPr>
          <p:nvPr/>
        </p:nvSpPr>
        <p:spPr>
          <a:xfrm xmlns:a="http://schemas.openxmlformats.org/drawingml/2006/main">
            <a:off x="8924925" y="265747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28" name="encode-role-6">
            <a:extLst xmlns:a="http://schemas.openxmlformats.org/drawingml/2006/main">
              <a:ext uri="{FF2B5EF4-FFF2-40B4-BE49-F238E27FC236}">
                <a16:creationId xmlns:a16="http://schemas.microsoft.com/office/drawing/2014/main" id="{C0F096C7-444F-47DF-BB98-6AA96230B953}"/>
              </a:ext>
            </a:extLst>
          </p:cNvPr>
          <p:cNvSpPr>
            <a:spLocks xmlns:a="http://schemas.openxmlformats.org/drawingml/2006/main" noGrp="1"/>
          </p:cNvSpPr>
          <p:nvPr/>
        </p:nvSpPr>
        <p:spPr>
          <a:xfrm xmlns:a="http://schemas.openxmlformats.org/drawingml/2006/main">
            <a:off x="8867775" y="382905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3</a:t>
            </a:r>
          </a:p>
        </p:txBody>
      </p:sp>
      <p:sp>
        <p:nvSpPr>
          <p:cNvPr id="29" name="encode-pos-7">
            <a:extLst xmlns:a="http://schemas.openxmlformats.org/drawingml/2006/main">
              <a:ext uri="{FF2B5EF4-FFF2-40B4-BE49-F238E27FC236}">
                <a16:creationId xmlns:a16="http://schemas.microsoft.com/office/drawing/2014/main" id="{964B12C0-7225-441A-803E-9A9F2AFDF5FA}"/>
              </a:ext>
            </a:extLst>
          </p:cNvPr>
          <p:cNvSpPr>
            <a:spLocks xmlns:a="http://schemas.openxmlformats.org/drawingml/2006/main" noGrp="1"/>
          </p:cNvSpPr>
          <p:nvPr/>
        </p:nvSpPr>
        <p:spPr>
          <a:xfrm xmlns:a="http://schemas.openxmlformats.org/drawingml/2006/main">
            <a:off x="10553700" y="206692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7</a:t>
            </a:r>
          </a:p>
        </p:txBody>
      </p:sp>
      <p:sp>
        <p:nvSpPr>
          <p:cNvPr id="30" name="encode-cell-7">
            <a:extLst xmlns:a="http://schemas.openxmlformats.org/drawingml/2006/main">
              <a:ext uri="{FF2B5EF4-FFF2-40B4-BE49-F238E27FC236}">
                <a16:creationId xmlns:a16="http://schemas.microsoft.com/office/drawing/2014/main" id="{09E69D99-2CBB-41E0-9C95-C0F192C795A0}"/>
              </a:ext>
            </a:extLst>
          </p:cNvPr>
          <p:cNvSpPr>
            <a:spLocks xmlns:a="http://schemas.openxmlformats.org/drawingml/2006/main" noGrp="1"/>
          </p:cNvSpPr>
          <p:nvPr/>
        </p:nvSpPr>
        <p:spPr>
          <a:xfrm xmlns:a="http://schemas.openxmlformats.org/drawingml/2006/main">
            <a:off x="10553700" y="2428875"/>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31" name="encode-bit-7">
            <a:extLst xmlns:a="http://schemas.openxmlformats.org/drawingml/2006/main">
              <a:ext uri="{FF2B5EF4-FFF2-40B4-BE49-F238E27FC236}">
                <a16:creationId xmlns:a16="http://schemas.microsoft.com/office/drawing/2014/main" id="{26D3569A-4BA1-4214-8DFC-257C875F9440}"/>
              </a:ext>
            </a:extLst>
          </p:cNvPr>
          <p:cNvSpPr>
            <a:spLocks xmlns:a="http://schemas.openxmlformats.org/drawingml/2006/main" noGrp="1"/>
          </p:cNvSpPr>
          <p:nvPr/>
        </p:nvSpPr>
        <p:spPr>
          <a:xfrm xmlns:a="http://schemas.openxmlformats.org/drawingml/2006/main">
            <a:off x="10553700" y="265747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32" name="encode-role-7">
            <a:extLst xmlns:a="http://schemas.openxmlformats.org/drawingml/2006/main">
              <a:ext uri="{FF2B5EF4-FFF2-40B4-BE49-F238E27FC236}">
                <a16:creationId xmlns:a16="http://schemas.microsoft.com/office/drawing/2014/main" id="{1A50A99E-F29F-471A-B6A9-291BD854898F}"/>
              </a:ext>
            </a:extLst>
          </p:cNvPr>
          <p:cNvSpPr>
            <a:spLocks xmlns:a="http://schemas.openxmlformats.org/drawingml/2006/main" noGrp="1"/>
          </p:cNvSpPr>
          <p:nvPr/>
        </p:nvSpPr>
        <p:spPr>
          <a:xfrm xmlns:a="http://schemas.openxmlformats.org/drawingml/2006/main">
            <a:off x="10496550" y="382905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4</a:t>
            </a:r>
          </a:p>
        </p:txBody>
      </p:sp>
      <p:sp>
        <p:nvSpPr>
          <p:cNvPr id="33" name="text">
            <a:extLst xmlns:a="http://schemas.openxmlformats.org/drawingml/2006/main">
              <a:ext uri="{FF2B5EF4-FFF2-40B4-BE49-F238E27FC236}">
                <a16:creationId xmlns:a16="http://schemas.microsoft.com/office/drawing/2014/main" id="{E41AD686-51D5-4013-B4DC-87C20BE3A56C}"/>
              </a:ext>
            </a:extLst>
          </p:cNvPr>
          <p:cNvSpPr>
            <a:spLocks xmlns:a="http://schemas.openxmlformats.org/drawingml/2006/main" noGrp="1"/>
          </p:cNvSpPr>
          <p:nvPr/>
        </p:nvSpPr>
        <p:spPr>
          <a:xfrm xmlns:a="http://schemas.openxmlformats.org/drawingml/2006/main">
            <a:off x="1809750" y="5048250"/>
            <a:ext cx="857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111"/>
          </a:bodyPr>
          <a:lstStyle xmlns:a="http://schemas.openxmlformats.org/drawingml/2006/main"/>
          <a:p xmlns:a="http://schemas.openxmlformats.org/drawingml/2006/main">
            <a:pPr algn="ctr">
              <a:defRPr sz="2250" b="1" i="0">
                <a:solidFill>
                  <a:srgbClr val="000000"/>
                </a:solidFill>
                <a:latin typeface="Helvetica Neue"/>
                <a:ea typeface="Helvetica Neue"/>
                <a:cs typeface="Helvetica Neue"/>
              </a:defRPr>
            </a:pPr>
            <a:r>
              <a:rPr sz="2250" b="1" i="0">
                <a:solidFill>
                  <a:srgbClr val="000000"/>
                </a:solidFill>
                <a:latin typeface="Helvetica Neue"/>
                <a:ea typeface="Helvetica Neue"/>
                <a:cs typeface="Helvetica Neue"/>
              </a:rPr>
              <a:t>Builder chooses the three knobs. Auditor explains why each promise is true.</a:t>
            </a:r>
          </a:p>
        </p:txBody>
      </p:sp>
      <p:sp>
        <p:nvSpPr>
          <p:cNvPr id="34" name="prompt-badge">
            <a:extLst xmlns:a="http://schemas.openxmlformats.org/drawingml/2006/main">
              <a:ext uri="{FF2B5EF4-FFF2-40B4-BE49-F238E27FC236}">
                <a16:creationId xmlns:a16="http://schemas.microsoft.com/office/drawing/2014/main" id="{CC0F550E-27B6-46FC-8764-7AC1A3E30BB9}"/>
              </a:ext>
            </a:extLst>
          </p:cNvPr>
          <p:cNvSpPr>
            <a:spLocks xmlns:a="http://schemas.openxmlformats.org/drawingml/2006/main" noGrp="1"/>
          </p:cNvSpPr>
          <p:nvPr/>
        </p:nvSpPr>
        <p:spPr>
          <a:xfrm xmlns:a="http://schemas.openxmlformats.org/drawingml/2006/main">
            <a:off x="3286125" y="5829300"/>
            <a:ext cx="5619750" cy="533400"/>
          </a:xfrm>
          <a:prstGeom xmlns:a="http://schemas.openxmlformats.org/drawingml/2006/main" prst="roundRect">
            <a:avLst>
              <a:gd name="adj" fmla="val 21429"/>
            </a:avLst>
          </a:prstGeom>
          <a:solidFill xmlns:a="http://schemas.openxmlformats.org/drawingml/2006/main">
            <a:srgbClr val="FF625E"/>
          </a:solidFill>
          <a:ln xmlns:a="http://schemas.openxmlformats.org/drawingml/2006/main" w="9525">
            <a:solidFill>
              <a:srgbClr val="FF625E"/>
            </a:solidFill>
            <a:prstDash val="solid"/>
          </a:ln>
        </p:spPr>
      </p:sp>
      <p:sp>
        <p:nvSpPr>
          <p:cNvPr id="35" name="prompt-badge-text">
            <a:extLst xmlns:a="http://schemas.openxmlformats.org/drawingml/2006/main">
              <a:ext uri="{FF2B5EF4-FFF2-40B4-BE49-F238E27FC236}">
                <a16:creationId xmlns:a16="http://schemas.microsoft.com/office/drawing/2014/main" id="{6290BFCE-32AE-49BE-AB57-483F7399A4A7}"/>
              </a:ext>
            </a:extLst>
          </p:cNvPr>
          <p:cNvSpPr>
            <a:spLocks xmlns:a="http://schemas.openxmlformats.org/drawingml/2006/main" noGrp="1"/>
          </p:cNvSpPr>
          <p:nvPr/>
        </p:nvSpPr>
        <p:spPr>
          <a:xfrm xmlns:a="http://schemas.openxmlformats.org/drawingml/2006/main">
            <a:off x="3438525" y="5943600"/>
            <a:ext cx="5314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FFFFFF"/>
                </a:solidFill>
                <a:latin typeface="Helvetica Neue"/>
                <a:ea typeface="Helvetica Neue"/>
                <a:cs typeface="Helvetica Neue"/>
              </a:defRPr>
            </a:pPr>
            <a:r>
              <a:rPr sz="1575" b="1" i="0">
                <a:solidFill>
                  <a:srgbClr val="FFFFFF"/>
                </a:solidFill>
                <a:latin typeface="Helvetica Neue"/>
                <a:ea typeface="Helvetica Neue"/>
                <a:cs typeface="Helvetica Neue"/>
              </a:rPr>
              <a:t>WORKSHEET 3B • DO NOT GUESS THE CHECK BITS</a:t>
            </a:r>
          </a:p>
        </p:txBody>
      </p:sp>
    </p:spTree>
    <p:extLst>
      <p:ext uri="{BB962C8B-B14F-4D97-AF65-F5344CB8AC3E}">
        <p14:creationId xmlns:p14="http://schemas.microsoft.com/office/powerpoint/2010/main" val="67337472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section-20">
            <a:extLst xmlns:a="http://schemas.openxmlformats.org/drawingml/2006/main">
              <a:ext uri="{FF2B5EF4-FFF2-40B4-BE49-F238E27FC236}">
                <a16:creationId xmlns:a16="http://schemas.microsoft.com/office/drawing/2014/main" id="{AE892A25-878F-4B92-AB47-7C89F27EEA9C}"/>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ENCODING REVEAL</a:t>
            </a:r>
          </a:p>
        </p:txBody>
      </p:sp>
      <p:sp>
        <p:nvSpPr>
          <p:cNvPr id="2" name="title-20">
            <a:extLst xmlns:a="http://schemas.openxmlformats.org/drawingml/2006/main">
              <a:ext uri="{FF2B5EF4-FFF2-40B4-BE49-F238E27FC236}">
                <a16:creationId xmlns:a16="http://schemas.microsoft.com/office/drawing/2014/main" id="{82BAD0CF-387F-4AD0-932C-270AA485FB57}"/>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Three checks prove the codeword is ready</a:t>
            </a:r>
          </a:p>
        </p:txBody>
      </p:sp>
      <p:cxnSp>
        <p:nvCxnSpPr>
          <p:cNvPr id="39"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20">
            <a:extLst xmlns:a="http://schemas.openxmlformats.org/drawingml/2006/main">
              <a:ext uri="{FF2B5EF4-FFF2-40B4-BE49-F238E27FC236}">
                <a16:creationId xmlns:a16="http://schemas.microsoft.com/office/drawing/2014/main" id="{7C37A0A9-C739-4EBC-BFE0-2A8F9F1E6F7C}"/>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20</a:t>
            </a:r>
          </a:p>
        </p:txBody>
      </p:sp>
      <p:sp>
        <p:nvSpPr>
          <p:cNvPr id="5" name="reveal-pos-1">
            <a:extLst xmlns:a="http://schemas.openxmlformats.org/drawingml/2006/main">
              <a:ext uri="{FF2B5EF4-FFF2-40B4-BE49-F238E27FC236}">
                <a16:creationId xmlns:a16="http://schemas.microsoft.com/office/drawing/2014/main" id="{CDE82725-6A93-4B33-99A4-C7C4B90DF8CB}"/>
              </a:ext>
            </a:extLst>
          </p:cNvPr>
          <p:cNvSpPr>
            <a:spLocks xmlns:a="http://schemas.openxmlformats.org/drawingml/2006/main" noGrp="1"/>
          </p:cNvSpPr>
          <p:nvPr/>
        </p:nvSpPr>
        <p:spPr>
          <a:xfrm xmlns:a="http://schemas.openxmlformats.org/drawingml/2006/main">
            <a:off x="781050" y="197167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1</a:t>
            </a:r>
          </a:p>
        </p:txBody>
      </p:sp>
      <p:sp>
        <p:nvSpPr>
          <p:cNvPr id="6" name="reveal-cell-1">
            <a:extLst xmlns:a="http://schemas.openxmlformats.org/drawingml/2006/main">
              <a:ext uri="{FF2B5EF4-FFF2-40B4-BE49-F238E27FC236}">
                <a16:creationId xmlns:a16="http://schemas.microsoft.com/office/drawing/2014/main" id="{7C2DDA70-B5BC-48C7-AA17-DCE8719603A5}"/>
              </a:ext>
            </a:extLst>
          </p:cNvPr>
          <p:cNvSpPr>
            <a:spLocks xmlns:a="http://schemas.openxmlformats.org/drawingml/2006/main" noGrp="1"/>
          </p:cNvSpPr>
          <p:nvPr/>
        </p:nvSpPr>
        <p:spPr>
          <a:xfrm xmlns:a="http://schemas.openxmlformats.org/drawingml/2006/main">
            <a:off x="781050" y="2333625"/>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7" name="reveal-bit-1">
            <a:extLst xmlns:a="http://schemas.openxmlformats.org/drawingml/2006/main">
              <a:ext uri="{FF2B5EF4-FFF2-40B4-BE49-F238E27FC236}">
                <a16:creationId xmlns:a16="http://schemas.microsoft.com/office/drawing/2014/main" id="{89D09665-F3F4-47AB-975E-3D9CAA7C03F2}"/>
              </a:ext>
            </a:extLst>
          </p:cNvPr>
          <p:cNvSpPr>
            <a:spLocks xmlns:a="http://schemas.openxmlformats.org/drawingml/2006/main" noGrp="1"/>
          </p:cNvSpPr>
          <p:nvPr/>
        </p:nvSpPr>
        <p:spPr>
          <a:xfrm xmlns:a="http://schemas.openxmlformats.org/drawingml/2006/main">
            <a:off x="781050" y="256222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a:t>
            </a:r>
          </a:p>
        </p:txBody>
      </p:sp>
      <p:sp>
        <p:nvSpPr>
          <p:cNvPr id="8" name="reveal-role-1">
            <a:extLst xmlns:a="http://schemas.openxmlformats.org/drawingml/2006/main">
              <a:ext uri="{FF2B5EF4-FFF2-40B4-BE49-F238E27FC236}">
                <a16:creationId xmlns:a16="http://schemas.microsoft.com/office/drawing/2014/main" id="{7010AFB2-499B-4BB3-BF0A-7053F050EF21}"/>
              </a:ext>
            </a:extLst>
          </p:cNvPr>
          <p:cNvSpPr>
            <a:spLocks xmlns:a="http://schemas.openxmlformats.org/drawingml/2006/main" noGrp="1"/>
          </p:cNvSpPr>
          <p:nvPr/>
        </p:nvSpPr>
        <p:spPr>
          <a:xfrm xmlns:a="http://schemas.openxmlformats.org/drawingml/2006/main">
            <a:off x="723900" y="37338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1</a:t>
            </a:r>
          </a:p>
        </p:txBody>
      </p:sp>
      <p:sp>
        <p:nvSpPr>
          <p:cNvPr id="9" name="reveal-pos-2">
            <a:extLst xmlns:a="http://schemas.openxmlformats.org/drawingml/2006/main">
              <a:ext uri="{FF2B5EF4-FFF2-40B4-BE49-F238E27FC236}">
                <a16:creationId xmlns:a16="http://schemas.microsoft.com/office/drawing/2014/main" id="{A34D7F83-6E26-4646-B03A-6A590D30FCEF}"/>
              </a:ext>
            </a:extLst>
          </p:cNvPr>
          <p:cNvSpPr>
            <a:spLocks xmlns:a="http://schemas.openxmlformats.org/drawingml/2006/main" noGrp="1"/>
          </p:cNvSpPr>
          <p:nvPr/>
        </p:nvSpPr>
        <p:spPr>
          <a:xfrm xmlns:a="http://schemas.openxmlformats.org/drawingml/2006/main">
            <a:off x="2409825" y="197167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2</a:t>
            </a:r>
          </a:p>
        </p:txBody>
      </p:sp>
      <p:sp>
        <p:nvSpPr>
          <p:cNvPr id="10" name="reveal-cell-2">
            <a:extLst xmlns:a="http://schemas.openxmlformats.org/drawingml/2006/main">
              <a:ext uri="{FF2B5EF4-FFF2-40B4-BE49-F238E27FC236}">
                <a16:creationId xmlns:a16="http://schemas.microsoft.com/office/drawing/2014/main" id="{D52D2962-DD59-41E1-B105-3F0BB8C029B8}"/>
              </a:ext>
            </a:extLst>
          </p:cNvPr>
          <p:cNvSpPr>
            <a:spLocks xmlns:a="http://schemas.openxmlformats.org/drawingml/2006/main" noGrp="1"/>
          </p:cNvSpPr>
          <p:nvPr/>
        </p:nvSpPr>
        <p:spPr>
          <a:xfrm xmlns:a="http://schemas.openxmlformats.org/drawingml/2006/main">
            <a:off x="2409825" y="2333625"/>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1" name="reveal-bit-2">
            <a:extLst xmlns:a="http://schemas.openxmlformats.org/drawingml/2006/main">
              <a:ext uri="{FF2B5EF4-FFF2-40B4-BE49-F238E27FC236}">
                <a16:creationId xmlns:a16="http://schemas.microsoft.com/office/drawing/2014/main" id="{AB28F802-E1B1-4FC9-A4CB-ECEF969A57FF}"/>
              </a:ext>
            </a:extLst>
          </p:cNvPr>
          <p:cNvSpPr>
            <a:spLocks xmlns:a="http://schemas.openxmlformats.org/drawingml/2006/main" noGrp="1"/>
          </p:cNvSpPr>
          <p:nvPr/>
        </p:nvSpPr>
        <p:spPr>
          <a:xfrm xmlns:a="http://schemas.openxmlformats.org/drawingml/2006/main">
            <a:off x="2409825" y="256222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12" name="reveal-role-2">
            <a:extLst xmlns:a="http://schemas.openxmlformats.org/drawingml/2006/main">
              <a:ext uri="{FF2B5EF4-FFF2-40B4-BE49-F238E27FC236}">
                <a16:creationId xmlns:a16="http://schemas.microsoft.com/office/drawing/2014/main" id="{31EA7E90-9EFA-4D42-95DE-63296DCB77A8}"/>
              </a:ext>
            </a:extLst>
          </p:cNvPr>
          <p:cNvSpPr>
            <a:spLocks xmlns:a="http://schemas.openxmlformats.org/drawingml/2006/main" noGrp="1"/>
          </p:cNvSpPr>
          <p:nvPr/>
        </p:nvSpPr>
        <p:spPr>
          <a:xfrm xmlns:a="http://schemas.openxmlformats.org/drawingml/2006/main">
            <a:off x="2352675" y="37338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2</a:t>
            </a:r>
          </a:p>
        </p:txBody>
      </p:sp>
      <p:sp>
        <p:nvSpPr>
          <p:cNvPr id="13" name="reveal-pos-3">
            <a:extLst xmlns:a="http://schemas.openxmlformats.org/drawingml/2006/main">
              <a:ext uri="{FF2B5EF4-FFF2-40B4-BE49-F238E27FC236}">
                <a16:creationId xmlns:a16="http://schemas.microsoft.com/office/drawing/2014/main" id="{4B646F13-0111-4A86-9A2B-AE2F8713A8CE}"/>
              </a:ext>
            </a:extLst>
          </p:cNvPr>
          <p:cNvSpPr>
            <a:spLocks xmlns:a="http://schemas.openxmlformats.org/drawingml/2006/main" noGrp="1"/>
          </p:cNvSpPr>
          <p:nvPr/>
        </p:nvSpPr>
        <p:spPr>
          <a:xfrm xmlns:a="http://schemas.openxmlformats.org/drawingml/2006/main">
            <a:off x="4038600" y="197167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3</a:t>
            </a:r>
          </a:p>
        </p:txBody>
      </p:sp>
      <p:sp>
        <p:nvSpPr>
          <p:cNvPr id="14" name="reveal-cell-3">
            <a:extLst xmlns:a="http://schemas.openxmlformats.org/drawingml/2006/main">
              <a:ext uri="{FF2B5EF4-FFF2-40B4-BE49-F238E27FC236}">
                <a16:creationId xmlns:a16="http://schemas.microsoft.com/office/drawing/2014/main" id="{8667C004-A6D0-47CF-B882-899FFF751C6E}"/>
              </a:ext>
            </a:extLst>
          </p:cNvPr>
          <p:cNvSpPr>
            <a:spLocks xmlns:a="http://schemas.openxmlformats.org/drawingml/2006/main" noGrp="1"/>
          </p:cNvSpPr>
          <p:nvPr/>
        </p:nvSpPr>
        <p:spPr>
          <a:xfrm xmlns:a="http://schemas.openxmlformats.org/drawingml/2006/main">
            <a:off x="4038600" y="2333625"/>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15" name="reveal-bit-3">
            <a:extLst xmlns:a="http://schemas.openxmlformats.org/drawingml/2006/main">
              <a:ext uri="{FF2B5EF4-FFF2-40B4-BE49-F238E27FC236}">
                <a16:creationId xmlns:a16="http://schemas.microsoft.com/office/drawing/2014/main" id="{5C3874FA-1390-4FEF-91DC-B98B6B85B992}"/>
              </a:ext>
            </a:extLst>
          </p:cNvPr>
          <p:cNvSpPr>
            <a:spLocks xmlns:a="http://schemas.openxmlformats.org/drawingml/2006/main" noGrp="1"/>
          </p:cNvSpPr>
          <p:nvPr/>
        </p:nvSpPr>
        <p:spPr>
          <a:xfrm xmlns:a="http://schemas.openxmlformats.org/drawingml/2006/main">
            <a:off x="4038600" y="256222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16" name="reveal-role-3">
            <a:extLst xmlns:a="http://schemas.openxmlformats.org/drawingml/2006/main">
              <a:ext uri="{FF2B5EF4-FFF2-40B4-BE49-F238E27FC236}">
                <a16:creationId xmlns:a16="http://schemas.microsoft.com/office/drawing/2014/main" id="{5D3187DA-9286-47A0-9FC9-5DC66D9141A8}"/>
              </a:ext>
            </a:extLst>
          </p:cNvPr>
          <p:cNvSpPr>
            <a:spLocks xmlns:a="http://schemas.openxmlformats.org/drawingml/2006/main" noGrp="1"/>
          </p:cNvSpPr>
          <p:nvPr/>
        </p:nvSpPr>
        <p:spPr>
          <a:xfrm xmlns:a="http://schemas.openxmlformats.org/drawingml/2006/main">
            <a:off x="3981450" y="37338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1</a:t>
            </a:r>
          </a:p>
        </p:txBody>
      </p:sp>
      <p:sp>
        <p:nvSpPr>
          <p:cNvPr id="17" name="reveal-pos-4">
            <a:extLst xmlns:a="http://schemas.openxmlformats.org/drawingml/2006/main">
              <a:ext uri="{FF2B5EF4-FFF2-40B4-BE49-F238E27FC236}">
                <a16:creationId xmlns:a16="http://schemas.microsoft.com/office/drawing/2014/main" id="{BC1DDEBA-59EB-459E-949F-EA45F9AFDBD6}"/>
              </a:ext>
            </a:extLst>
          </p:cNvPr>
          <p:cNvSpPr>
            <a:spLocks xmlns:a="http://schemas.openxmlformats.org/drawingml/2006/main" noGrp="1"/>
          </p:cNvSpPr>
          <p:nvPr/>
        </p:nvSpPr>
        <p:spPr>
          <a:xfrm xmlns:a="http://schemas.openxmlformats.org/drawingml/2006/main">
            <a:off x="5667375" y="197167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4</a:t>
            </a:r>
          </a:p>
        </p:txBody>
      </p:sp>
      <p:sp>
        <p:nvSpPr>
          <p:cNvPr id="18" name="reveal-cell-4">
            <a:extLst xmlns:a="http://schemas.openxmlformats.org/drawingml/2006/main">
              <a:ext uri="{FF2B5EF4-FFF2-40B4-BE49-F238E27FC236}">
                <a16:creationId xmlns:a16="http://schemas.microsoft.com/office/drawing/2014/main" id="{85CA4F1D-C037-4ACB-B2E8-594B3A56C32C}"/>
              </a:ext>
            </a:extLst>
          </p:cNvPr>
          <p:cNvSpPr>
            <a:spLocks xmlns:a="http://schemas.openxmlformats.org/drawingml/2006/main" noGrp="1"/>
          </p:cNvSpPr>
          <p:nvPr/>
        </p:nvSpPr>
        <p:spPr>
          <a:xfrm xmlns:a="http://schemas.openxmlformats.org/drawingml/2006/main">
            <a:off x="5667375" y="2333625"/>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9" name="reveal-bit-4">
            <a:extLst xmlns:a="http://schemas.openxmlformats.org/drawingml/2006/main">
              <a:ext uri="{FF2B5EF4-FFF2-40B4-BE49-F238E27FC236}">
                <a16:creationId xmlns:a16="http://schemas.microsoft.com/office/drawing/2014/main" id="{C70AB009-28FB-49E0-B576-BFF55AAD0093}"/>
              </a:ext>
            </a:extLst>
          </p:cNvPr>
          <p:cNvSpPr>
            <a:spLocks xmlns:a="http://schemas.openxmlformats.org/drawingml/2006/main" noGrp="1"/>
          </p:cNvSpPr>
          <p:nvPr/>
        </p:nvSpPr>
        <p:spPr>
          <a:xfrm xmlns:a="http://schemas.openxmlformats.org/drawingml/2006/main">
            <a:off x="5667375" y="256222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a:t>
            </a:r>
          </a:p>
        </p:txBody>
      </p:sp>
      <p:sp>
        <p:nvSpPr>
          <p:cNvPr id="20" name="reveal-role-4">
            <a:extLst xmlns:a="http://schemas.openxmlformats.org/drawingml/2006/main">
              <a:ext uri="{FF2B5EF4-FFF2-40B4-BE49-F238E27FC236}">
                <a16:creationId xmlns:a16="http://schemas.microsoft.com/office/drawing/2014/main" id="{BAD0DD09-0EFC-4818-8811-313B65C47309}"/>
              </a:ext>
            </a:extLst>
          </p:cNvPr>
          <p:cNvSpPr>
            <a:spLocks xmlns:a="http://schemas.openxmlformats.org/drawingml/2006/main" noGrp="1"/>
          </p:cNvSpPr>
          <p:nvPr/>
        </p:nvSpPr>
        <p:spPr>
          <a:xfrm xmlns:a="http://schemas.openxmlformats.org/drawingml/2006/main">
            <a:off x="5610225" y="37338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4</a:t>
            </a:r>
          </a:p>
        </p:txBody>
      </p:sp>
      <p:sp>
        <p:nvSpPr>
          <p:cNvPr id="21" name="reveal-pos-5">
            <a:extLst xmlns:a="http://schemas.openxmlformats.org/drawingml/2006/main">
              <a:ext uri="{FF2B5EF4-FFF2-40B4-BE49-F238E27FC236}">
                <a16:creationId xmlns:a16="http://schemas.microsoft.com/office/drawing/2014/main" id="{AD5030D2-CF6B-4D9C-9B41-5C34B9C1C7DB}"/>
              </a:ext>
            </a:extLst>
          </p:cNvPr>
          <p:cNvSpPr>
            <a:spLocks xmlns:a="http://schemas.openxmlformats.org/drawingml/2006/main" noGrp="1"/>
          </p:cNvSpPr>
          <p:nvPr/>
        </p:nvSpPr>
        <p:spPr>
          <a:xfrm xmlns:a="http://schemas.openxmlformats.org/drawingml/2006/main">
            <a:off x="7296150" y="197167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5</a:t>
            </a:r>
          </a:p>
        </p:txBody>
      </p:sp>
      <p:sp>
        <p:nvSpPr>
          <p:cNvPr id="22" name="reveal-cell-5">
            <a:extLst xmlns:a="http://schemas.openxmlformats.org/drawingml/2006/main">
              <a:ext uri="{FF2B5EF4-FFF2-40B4-BE49-F238E27FC236}">
                <a16:creationId xmlns:a16="http://schemas.microsoft.com/office/drawing/2014/main" id="{41EF9DF0-B2EC-4704-8C5C-61EF99D17913}"/>
              </a:ext>
            </a:extLst>
          </p:cNvPr>
          <p:cNvSpPr>
            <a:spLocks xmlns:a="http://schemas.openxmlformats.org/drawingml/2006/main" noGrp="1"/>
          </p:cNvSpPr>
          <p:nvPr/>
        </p:nvSpPr>
        <p:spPr>
          <a:xfrm xmlns:a="http://schemas.openxmlformats.org/drawingml/2006/main">
            <a:off x="7296150" y="2333625"/>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23" name="reveal-bit-5">
            <a:extLst xmlns:a="http://schemas.openxmlformats.org/drawingml/2006/main">
              <a:ext uri="{FF2B5EF4-FFF2-40B4-BE49-F238E27FC236}">
                <a16:creationId xmlns:a16="http://schemas.microsoft.com/office/drawing/2014/main" id="{DF90734E-937C-4956-A0C2-8D0429BAB73A}"/>
              </a:ext>
            </a:extLst>
          </p:cNvPr>
          <p:cNvSpPr>
            <a:spLocks xmlns:a="http://schemas.openxmlformats.org/drawingml/2006/main" noGrp="1"/>
          </p:cNvSpPr>
          <p:nvPr/>
        </p:nvSpPr>
        <p:spPr>
          <a:xfrm xmlns:a="http://schemas.openxmlformats.org/drawingml/2006/main">
            <a:off x="7296150" y="256222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a:t>
            </a:r>
          </a:p>
        </p:txBody>
      </p:sp>
      <p:sp>
        <p:nvSpPr>
          <p:cNvPr id="24" name="reveal-role-5">
            <a:extLst xmlns:a="http://schemas.openxmlformats.org/drawingml/2006/main">
              <a:ext uri="{FF2B5EF4-FFF2-40B4-BE49-F238E27FC236}">
                <a16:creationId xmlns:a16="http://schemas.microsoft.com/office/drawing/2014/main" id="{ACE1F3A9-E551-415A-8DDF-279A019560B3}"/>
              </a:ext>
            </a:extLst>
          </p:cNvPr>
          <p:cNvSpPr>
            <a:spLocks xmlns:a="http://schemas.openxmlformats.org/drawingml/2006/main" noGrp="1"/>
          </p:cNvSpPr>
          <p:nvPr/>
        </p:nvSpPr>
        <p:spPr>
          <a:xfrm xmlns:a="http://schemas.openxmlformats.org/drawingml/2006/main">
            <a:off x="7239000" y="37338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2</a:t>
            </a:r>
          </a:p>
        </p:txBody>
      </p:sp>
      <p:sp>
        <p:nvSpPr>
          <p:cNvPr id="25" name="reveal-pos-6">
            <a:extLst xmlns:a="http://schemas.openxmlformats.org/drawingml/2006/main">
              <a:ext uri="{FF2B5EF4-FFF2-40B4-BE49-F238E27FC236}">
                <a16:creationId xmlns:a16="http://schemas.microsoft.com/office/drawing/2014/main" id="{105D2C3C-9891-4F65-91B1-EC9A424B93AC}"/>
              </a:ext>
            </a:extLst>
          </p:cNvPr>
          <p:cNvSpPr>
            <a:spLocks xmlns:a="http://schemas.openxmlformats.org/drawingml/2006/main" noGrp="1"/>
          </p:cNvSpPr>
          <p:nvPr/>
        </p:nvSpPr>
        <p:spPr>
          <a:xfrm xmlns:a="http://schemas.openxmlformats.org/drawingml/2006/main">
            <a:off x="8924925" y="197167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6</a:t>
            </a:r>
          </a:p>
        </p:txBody>
      </p:sp>
      <p:sp>
        <p:nvSpPr>
          <p:cNvPr id="26" name="reveal-cell-6">
            <a:extLst xmlns:a="http://schemas.openxmlformats.org/drawingml/2006/main">
              <a:ext uri="{FF2B5EF4-FFF2-40B4-BE49-F238E27FC236}">
                <a16:creationId xmlns:a16="http://schemas.microsoft.com/office/drawing/2014/main" id="{73F064F1-2521-4F86-823C-540D659E21CE}"/>
              </a:ext>
            </a:extLst>
          </p:cNvPr>
          <p:cNvSpPr>
            <a:spLocks xmlns:a="http://schemas.openxmlformats.org/drawingml/2006/main" noGrp="1"/>
          </p:cNvSpPr>
          <p:nvPr/>
        </p:nvSpPr>
        <p:spPr>
          <a:xfrm xmlns:a="http://schemas.openxmlformats.org/drawingml/2006/main">
            <a:off x="8924925" y="2333625"/>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27" name="reveal-bit-6">
            <a:extLst xmlns:a="http://schemas.openxmlformats.org/drawingml/2006/main">
              <a:ext uri="{FF2B5EF4-FFF2-40B4-BE49-F238E27FC236}">
                <a16:creationId xmlns:a16="http://schemas.microsoft.com/office/drawing/2014/main" id="{857DB47A-715D-400D-BE76-CF41141BC13C}"/>
              </a:ext>
            </a:extLst>
          </p:cNvPr>
          <p:cNvSpPr>
            <a:spLocks xmlns:a="http://schemas.openxmlformats.org/drawingml/2006/main" noGrp="1"/>
          </p:cNvSpPr>
          <p:nvPr/>
        </p:nvSpPr>
        <p:spPr>
          <a:xfrm xmlns:a="http://schemas.openxmlformats.org/drawingml/2006/main">
            <a:off x="8924925" y="256222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28" name="reveal-role-6">
            <a:extLst xmlns:a="http://schemas.openxmlformats.org/drawingml/2006/main">
              <a:ext uri="{FF2B5EF4-FFF2-40B4-BE49-F238E27FC236}">
                <a16:creationId xmlns:a16="http://schemas.microsoft.com/office/drawing/2014/main" id="{7BE11AB8-A066-4D56-AAED-D2C19BC7392D}"/>
              </a:ext>
            </a:extLst>
          </p:cNvPr>
          <p:cNvSpPr>
            <a:spLocks xmlns:a="http://schemas.openxmlformats.org/drawingml/2006/main" noGrp="1"/>
          </p:cNvSpPr>
          <p:nvPr/>
        </p:nvSpPr>
        <p:spPr>
          <a:xfrm xmlns:a="http://schemas.openxmlformats.org/drawingml/2006/main">
            <a:off x="8867775" y="37338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3</a:t>
            </a:r>
          </a:p>
        </p:txBody>
      </p:sp>
      <p:sp>
        <p:nvSpPr>
          <p:cNvPr id="29" name="reveal-pos-7">
            <a:extLst xmlns:a="http://schemas.openxmlformats.org/drawingml/2006/main">
              <a:ext uri="{FF2B5EF4-FFF2-40B4-BE49-F238E27FC236}">
                <a16:creationId xmlns:a16="http://schemas.microsoft.com/office/drawing/2014/main" id="{BA81D40C-D19F-46A6-8713-9DA4C601C4B0}"/>
              </a:ext>
            </a:extLst>
          </p:cNvPr>
          <p:cNvSpPr>
            <a:spLocks xmlns:a="http://schemas.openxmlformats.org/drawingml/2006/main" noGrp="1"/>
          </p:cNvSpPr>
          <p:nvPr/>
        </p:nvSpPr>
        <p:spPr>
          <a:xfrm xmlns:a="http://schemas.openxmlformats.org/drawingml/2006/main">
            <a:off x="10553700" y="1971675"/>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7</a:t>
            </a:r>
          </a:p>
        </p:txBody>
      </p:sp>
      <p:sp>
        <p:nvSpPr>
          <p:cNvPr id="30" name="reveal-cell-7">
            <a:extLst xmlns:a="http://schemas.openxmlformats.org/drawingml/2006/main">
              <a:ext uri="{FF2B5EF4-FFF2-40B4-BE49-F238E27FC236}">
                <a16:creationId xmlns:a16="http://schemas.microsoft.com/office/drawing/2014/main" id="{A9F6AA39-3215-4290-AEFB-6BE88D5E3A41}"/>
              </a:ext>
            </a:extLst>
          </p:cNvPr>
          <p:cNvSpPr>
            <a:spLocks xmlns:a="http://schemas.openxmlformats.org/drawingml/2006/main" noGrp="1"/>
          </p:cNvSpPr>
          <p:nvPr/>
        </p:nvSpPr>
        <p:spPr>
          <a:xfrm xmlns:a="http://schemas.openxmlformats.org/drawingml/2006/main">
            <a:off x="10553700" y="2333625"/>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31" name="reveal-bit-7">
            <a:extLst xmlns:a="http://schemas.openxmlformats.org/drawingml/2006/main">
              <a:ext uri="{FF2B5EF4-FFF2-40B4-BE49-F238E27FC236}">
                <a16:creationId xmlns:a16="http://schemas.microsoft.com/office/drawing/2014/main" id="{9FDF1432-60BA-4110-A487-0BC15E502EAC}"/>
              </a:ext>
            </a:extLst>
          </p:cNvPr>
          <p:cNvSpPr>
            <a:spLocks xmlns:a="http://schemas.openxmlformats.org/drawingml/2006/main" noGrp="1"/>
          </p:cNvSpPr>
          <p:nvPr/>
        </p:nvSpPr>
        <p:spPr>
          <a:xfrm xmlns:a="http://schemas.openxmlformats.org/drawingml/2006/main">
            <a:off x="10553700" y="2562225"/>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32" name="reveal-role-7">
            <a:extLst xmlns:a="http://schemas.openxmlformats.org/drawingml/2006/main">
              <a:ext uri="{FF2B5EF4-FFF2-40B4-BE49-F238E27FC236}">
                <a16:creationId xmlns:a16="http://schemas.microsoft.com/office/drawing/2014/main" id="{08B9FCD4-A5E0-4C16-A5CF-5CB6AAE46BB4}"/>
              </a:ext>
            </a:extLst>
          </p:cNvPr>
          <p:cNvSpPr>
            <a:spLocks xmlns:a="http://schemas.openxmlformats.org/drawingml/2006/main" noGrp="1"/>
          </p:cNvSpPr>
          <p:nvPr/>
        </p:nvSpPr>
        <p:spPr>
          <a:xfrm xmlns:a="http://schemas.openxmlformats.org/drawingml/2006/main">
            <a:off x="10496550" y="37338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4</a:t>
            </a:r>
          </a:p>
        </p:txBody>
      </p:sp>
      <p:sp>
        <p:nvSpPr>
          <p:cNvPr id="33" name="text">
            <a:extLst xmlns:a="http://schemas.openxmlformats.org/drawingml/2006/main">
              <a:ext uri="{FF2B5EF4-FFF2-40B4-BE49-F238E27FC236}">
                <a16:creationId xmlns:a16="http://schemas.microsoft.com/office/drawing/2014/main" id="{A1C5A3A5-B674-490F-A27F-3E606ACF86AD}"/>
              </a:ext>
            </a:extLst>
          </p:cNvPr>
          <p:cNvSpPr>
            <a:spLocks xmlns:a="http://schemas.openxmlformats.org/drawingml/2006/main" noGrp="1"/>
          </p:cNvSpPr>
          <p:nvPr/>
        </p:nvSpPr>
        <p:spPr>
          <a:xfrm xmlns:a="http://schemas.openxmlformats.org/drawingml/2006/main">
            <a:off x="1143000" y="490537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6DCBF4"/>
                </a:solidFill>
                <a:latin typeface="Helvetica Neue"/>
                <a:ea typeface="Helvetica Neue"/>
                <a:cs typeface="Helvetica Neue"/>
              </a:defRPr>
            </a:pPr>
            <a:r>
              <a:rPr sz="2025" b="1" i="0">
                <a:solidFill>
                  <a:srgbClr val="6DCBF4"/>
                </a:solidFill>
                <a:latin typeface="Helvetica Neue"/>
                <a:ea typeface="Helvetica Neue"/>
                <a:cs typeface="Helvetica Neue"/>
              </a:rPr>
              <a:t>Q1 even</a:t>
            </a:r>
          </a:p>
        </p:txBody>
      </p:sp>
      <p:sp>
        <p:nvSpPr>
          <p:cNvPr id="34" name="text">
            <a:extLst xmlns:a="http://schemas.openxmlformats.org/drawingml/2006/main">
              <a:ext uri="{FF2B5EF4-FFF2-40B4-BE49-F238E27FC236}">
                <a16:creationId xmlns:a16="http://schemas.microsoft.com/office/drawing/2014/main" id="{8996B8CA-983E-4099-9B0E-C185BFB1B900}"/>
              </a:ext>
            </a:extLst>
          </p:cNvPr>
          <p:cNvSpPr>
            <a:spLocks xmlns:a="http://schemas.openxmlformats.org/drawingml/2006/main" noGrp="1"/>
          </p:cNvSpPr>
          <p:nvPr/>
        </p:nvSpPr>
        <p:spPr>
          <a:xfrm xmlns:a="http://schemas.openxmlformats.org/drawingml/2006/main">
            <a:off x="4762500" y="490537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3D8DFF"/>
                </a:solidFill>
                <a:latin typeface="Helvetica Neue"/>
                <a:ea typeface="Helvetica Neue"/>
                <a:cs typeface="Helvetica Neue"/>
              </a:defRPr>
            </a:pPr>
            <a:r>
              <a:rPr sz="2025" b="1" i="0">
                <a:solidFill>
                  <a:srgbClr val="3D8DFF"/>
                </a:solidFill>
                <a:latin typeface="Helvetica Neue"/>
                <a:ea typeface="Helvetica Neue"/>
                <a:cs typeface="Helvetica Neue"/>
              </a:rPr>
              <a:t>Q2 even</a:t>
            </a:r>
          </a:p>
        </p:txBody>
      </p:sp>
      <p:sp>
        <p:nvSpPr>
          <p:cNvPr id="35" name="text">
            <a:extLst xmlns:a="http://schemas.openxmlformats.org/drawingml/2006/main">
              <a:ext uri="{FF2B5EF4-FFF2-40B4-BE49-F238E27FC236}">
                <a16:creationId xmlns:a16="http://schemas.microsoft.com/office/drawing/2014/main" id="{1296B4A5-F8AC-4412-AE20-00737D28E235}"/>
              </a:ext>
            </a:extLst>
          </p:cNvPr>
          <p:cNvSpPr>
            <a:spLocks xmlns:a="http://schemas.openxmlformats.org/drawingml/2006/main" noGrp="1"/>
          </p:cNvSpPr>
          <p:nvPr/>
        </p:nvSpPr>
        <p:spPr>
          <a:xfrm xmlns:a="http://schemas.openxmlformats.org/drawingml/2006/main">
            <a:off x="8382000" y="4905375"/>
            <a:ext cx="266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7B61FF"/>
                </a:solidFill>
                <a:latin typeface="Helvetica Neue"/>
                <a:ea typeface="Helvetica Neue"/>
                <a:cs typeface="Helvetica Neue"/>
              </a:defRPr>
            </a:pPr>
            <a:r>
              <a:rPr sz="2025" b="1" i="0">
                <a:solidFill>
                  <a:srgbClr val="7B61FF"/>
                </a:solidFill>
                <a:latin typeface="Helvetica Neue"/>
                <a:ea typeface="Helvetica Neue"/>
                <a:cs typeface="Helvetica Neue"/>
              </a:rPr>
              <a:t>Q4 even</a:t>
            </a:r>
          </a:p>
        </p:txBody>
      </p:sp>
      <p:sp>
        <p:nvSpPr>
          <p:cNvPr id="36" name="text">
            <a:extLst xmlns:a="http://schemas.openxmlformats.org/drawingml/2006/main">
              <a:ext uri="{FF2B5EF4-FFF2-40B4-BE49-F238E27FC236}">
                <a16:creationId xmlns:a16="http://schemas.microsoft.com/office/drawing/2014/main" id="{5BD49FD3-62A4-4C7B-9BD0-EE601F23D4B8}"/>
              </a:ext>
            </a:extLst>
          </p:cNvPr>
          <p:cNvSpPr>
            <a:spLocks xmlns:a="http://schemas.openxmlformats.org/drawingml/2006/main" noGrp="1"/>
          </p:cNvSpPr>
          <p:nvPr/>
        </p:nvSpPr>
        <p:spPr>
          <a:xfrm xmlns:a="http://schemas.openxmlformats.org/drawingml/2006/main">
            <a:off x="2667000" y="5648325"/>
            <a:ext cx="685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i="0">
                <a:solidFill>
                  <a:srgbClr val="158F63"/>
                </a:solidFill>
                <a:latin typeface="Helvetica Neue"/>
                <a:ea typeface="Helvetica Neue"/>
                <a:cs typeface="Helvetica Neue"/>
              </a:defRPr>
            </a:pPr>
            <a:r>
              <a:rPr sz="2400" b="1" i="0">
                <a:solidFill>
                  <a:srgbClr val="158F63"/>
                </a:solidFill>
                <a:latin typeface="Helvetica Neue"/>
                <a:ea typeface="Helvetica Neue"/>
                <a:cs typeface="Helvetica Neue"/>
              </a:rPr>
              <a:t>Expected receiver fingerprint: 000</a:t>
            </a:r>
          </a:p>
        </p:txBody>
      </p:sp>
    </p:spTree>
    <p:extLst>
      <p:ext uri="{BB962C8B-B14F-4D97-AF65-F5344CB8AC3E}">
        <p14:creationId xmlns:p14="http://schemas.microsoft.com/office/powerpoint/2010/main" val="140696073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ection-21">
            <a:extLst xmlns:a="http://schemas.openxmlformats.org/drawingml/2006/main">
              <a:ext uri="{FF2B5EF4-FFF2-40B4-BE49-F238E27FC236}">
                <a16:creationId xmlns:a16="http://schemas.microsoft.com/office/drawing/2014/main" id="{21AE14F2-780B-4C45-8A06-821BC2A5E908}"/>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ENCODING SPRINT</a:t>
            </a:r>
          </a:p>
        </p:txBody>
      </p:sp>
      <p:sp>
        <p:nvSpPr>
          <p:cNvPr id="2" name="title-21">
            <a:extLst xmlns:a="http://schemas.openxmlformats.org/drawingml/2006/main">
              <a:ext uri="{FF2B5EF4-FFF2-40B4-BE49-F238E27FC236}">
                <a16:creationId xmlns:a16="http://schemas.microsoft.com/office/drawing/2014/main" id="{5AB2FFCE-B698-4562-A19E-24CD7DBCA590}"/>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Test whether your method transfers</a:t>
            </a:r>
          </a:p>
        </p:txBody>
      </p:sp>
      <p:cxnSp>
        <p:nvCxnSpPr>
          <p:cNvPr id="20"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21">
            <a:extLst xmlns:a="http://schemas.openxmlformats.org/drawingml/2006/main">
              <a:ext uri="{FF2B5EF4-FFF2-40B4-BE49-F238E27FC236}">
                <a16:creationId xmlns:a16="http://schemas.microsoft.com/office/drawing/2014/main" id="{A724DDE4-F309-4093-87EE-DC886189FB93}"/>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21</a:t>
            </a:r>
          </a:p>
        </p:txBody>
      </p:sp>
      <p:sp>
        <p:nvSpPr>
          <p:cNvPr id="5" name="text">
            <a:extLst xmlns:a="http://schemas.openxmlformats.org/drawingml/2006/main">
              <a:ext uri="{FF2B5EF4-FFF2-40B4-BE49-F238E27FC236}">
                <a16:creationId xmlns:a16="http://schemas.microsoft.com/office/drawing/2014/main" id="{1299B96C-0D13-4BA8-8258-3C1821E54940}"/>
              </a:ext>
            </a:extLst>
          </p:cNvPr>
          <p:cNvSpPr>
            <a:spLocks xmlns:a="http://schemas.openxmlformats.org/drawingml/2006/main" noGrp="1"/>
          </p:cNvSpPr>
          <p:nvPr/>
        </p:nvSpPr>
        <p:spPr>
          <a:xfrm xmlns:a="http://schemas.openxmlformats.org/drawingml/2006/main">
            <a:off x="838200" y="20193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i="0">
                <a:solidFill>
                  <a:srgbClr val="3D8DFF"/>
                </a:solidFill>
                <a:latin typeface="Helvetica Neue"/>
                <a:ea typeface="Helvetica Neue"/>
                <a:cs typeface="Helvetica Neue"/>
              </a:defRPr>
            </a:pPr>
            <a:r>
              <a:rPr sz="2700" b="1" i="0">
                <a:solidFill>
                  <a:srgbClr val="3D8DFF"/>
                </a:solidFill>
                <a:latin typeface="Helvetica Neue"/>
                <a:ea typeface="Helvetica Neue"/>
                <a:cs typeface="Helvetica Neue"/>
              </a:rPr>
              <a:t>0 0 0 0</a:t>
            </a:r>
          </a:p>
        </p:txBody>
      </p:sp>
      <p:sp>
        <p:nvSpPr>
          <p:cNvPr id="6" name="text">
            <a:extLst xmlns:a="http://schemas.openxmlformats.org/drawingml/2006/main">
              <a:ext uri="{FF2B5EF4-FFF2-40B4-BE49-F238E27FC236}">
                <a16:creationId xmlns:a16="http://schemas.microsoft.com/office/drawing/2014/main" id="{94272F4C-6B36-4E50-8F22-A710A8BE25DF}"/>
              </a:ext>
            </a:extLst>
          </p:cNvPr>
          <p:cNvSpPr>
            <a:spLocks xmlns:a="http://schemas.openxmlformats.org/drawingml/2006/main" noGrp="1"/>
          </p:cNvSpPr>
          <p:nvPr/>
        </p:nvSpPr>
        <p:spPr>
          <a:xfrm xmlns:a="http://schemas.openxmlformats.org/drawingml/2006/main">
            <a:off x="3648075" y="20193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0" i="0">
                <a:solidFill>
                  <a:srgbClr val="59616D"/>
                </a:solidFill>
                <a:latin typeface="Helvetica Neue"/>
                <a:ea typeface="Helvetica Neue"/>
                <a:cs typeface="Helvetica Neue"/>
              </a:defRPr>
            </a:pPr>
            <a:r>
              <a:rPr sz="2400" b="0" i="0">
                <a:solidFill>
                  <a:srgbClr val="59616D"/>
                </a:solidFill>
                <a:latin typeface="Helvetica Neue"/>
                <a:ea typeface="Helvetica Neue"/>
                <a:cs typeface="Helvetica Neue"/>
              </a:rPr>
              <a:t>_______</a:t>
            </a:r>
          </a:p>
        </p:txBody>
      </p:sp>
      <p:cxnSp>
        <p:nvCxnSpPr>
          <p:cNvPr id="24" name=""/>
          <p:cNvCxnSpPr/>
          <p:nvPr/>
        </p:nvCxnSpPr>
        <p:spPr>
          <a:xfrm xmlns:a="http://schemas.openxmlformats.org/drawingml/2006/main">
            <a:off x="838200" y="2686050"/>
            <a:ext cx="5191125" cy="953"/>
          </a:xfrm>
          <a:prstGeom xmlns:a="http://schemas.openxmlformats.org/drawingml/2006/main" prst="straightConnector1">
            <a:avLst/>
          </a:prstGeom>
          <a:ln xmlns:a="http://schemas.openxmlformats.org/drawingml/2006/main" w="9525">
            <a:solidFill>
              <a:srgbClr val="B8BCC4"/>
            </a:solidFill>
            <a:prstDash val="solid"/>
          </a:ln>
        </p:spPr>
      </p:cxnSp>
      <p:sp>
        <p:nvSpPr>
          <p:cNvPr id="8" name="text">
            <a:extLst xmlns:a="http://schemas.openxmlformats.org/drawingml/2006/main">
              <a:ext uri="{FF2B5EF4-FFF2-40B4-BE49-F238E27FC236}">
                <a16:creationId xmlns:a16="http://schemas.microsoft.com/office/drawing/2014/main" id="{295276AE-453C-453B-986E-62876F8B8F55}"/>
              </a:ext>
            </a:extLst>
          </p:cNvPr>
          <p:cNvSpPr>
            <a:spLocks xmlns:a="http://schemas.openxmlformats.org/drawingml/2006/main" noGrp="1"/>
          </p:cNvSpPr>
          <p:nvPr/>
        </p:nvSpPr>
        <p:spPr>
          <a:xfrm xmlns:a="http://schemas.openxmlformats.org/drawingml/2006/main">
            <a:off x="6648450" y="20193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i="0">
                <a:solidFill>
                  <a:srgbClr val="3D8DFF"/>
                </a:solidFill>
                <a:latin typeface="Helvetica Neue"/>
                <a:ea typeface="Helvetica Neue"/>
                <a:cs typeface="Helvetica Neue"/>
              </a:defRPr>
            </a:pPr>
            <a:r>
              <a:rPr sz="2700" b="1" i="0">
                <a:solidFill>
                  <a:srgbClr val="3D8DFF"/>
                </a:solidFill>
                <a:latin typeface="Helvetica Neue"/>
                <a:ea typeface="Helvetica Neue"/>
                <a:cs typeface="Helvetica Neue"/>
              </a:rPr>
              <a:t>1 1 1 1</a:t>
            </a:r>
          </a:p>
        </p:txBody>
      </p:sp>
      <p:sp>
        <p:nvSpPr>
          <p:cNvPr id="9" name="text">
            <a:extLst xmlns:a="http://schemas.openxmlformats.org/drawingml/2006/main">
              <a:ext uri="{FF2B5EF4-FFF2-40B4-BE49-F238E27FC236}">
                <a16:creationId xmlns:a16="http://schemas.microsoft.com/office/drawing/2014/main" id="{7AD995B9-26E2-4C9D-9EA4-7C974BB084E2}"/>
              </a:ext>
            </a:extLst>
          </p:cNvPr>
          <p:cNvSpPr>
            <a:spLocks xmlns:a="http://schemas.openxmlformats.org/drawingml/2006/main" noGrp="1"/>
          </p:cNvSpPr>
          <p:nvPr/>
        </p:nvSpPr>
        <p:spPr>
          <a:xfrm xmlns:a="http://schemas.openxmlformats.org/drawingml/2006/main">
            <a:off x="9458325" y="20193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0" i="0">
                <a:solidFill>
                  <a:srgbClr val="59616D"/>
                </a:solidFill>
                <a:latin typeface="Helvetica Neue"/>
                <a:ea typeface="Helvetica Neue"/>
                <a:cs typeface="Helvetica Neue"/>
              </a:defRPr>
            </a:pPr>
            <a:r>
              <a:rPr sz="2400" b="0" i="0">
                <a:solidFill>
                  <a:srgbClr val="59616D"/>
                </a:solidFill>
                <a:latin typeface="Helvetica Neue"/>
                <a:ea typeface="Helvetica Neue"/>
                <a:cs typeface="Helvetica Neue"/>
              </a:rPr>
              <a:t>_______</a:t>
            </a:r>
          </a:p>
        </p:txBody>
      </p:sp>
      <p:cxnSp>
        <p:nvCxnSpPr>
          <p:cNvPr id="27" name=""/>
          <p:cNvCxnSpPr/>
          <p:nvPr/>
        </p:nvCxnSpPr>
        <p:spPr>
          <a:xfrm xmlns:a="http://schemas.openxmlformats.org/drawingml/2006/main">
            <a:off x="6648450" y="2686050"/>
            <a:ext cx="5191125" cy="953"/>
          </a:xfrm>
          <a:prstGeom xmlns:a="http://schemas.openxmlformats.org/drawingml/2006/main" prst="straightConnector1">
            <a:avLst/>
          </a:prstGeom>
          <a:ln xmlns:a="http://schemas.openxmlformats.org/drawingml/2006/main" w="9525">
            <a:solidFill>
              <a:srgbClr val="B8BCC4"/>
            </a:solidFill>
            <a:prstDash val="solid"/>
          </a:ln>
        </p:spPr>
      </p:cxnSp>
      <p:sp>
        <p:nvSpPr>
          <p:cNvPr id="11" name="text">
            <a:extLst xmlns:a="http://schemas.openxmlformats.org/drawingml/2006/main">
              <a:ext uri="{FF2B5EF4-FFF2-40B4-BE49-F238E27FC236}">
                <a16:creationId xmlns:a16="http://schemas.microsoft.com/office/drawing/2014/main" id="{587B9156-6625-402B-8325-7955FBBA9CEB}"/>
              </a:ext>
            </a:extLst>
          </p:cNvPr>
          <p:cNvSpPr>
            <a:spLocks xmlns:a="http://schemas.openxmlformats.org/drawingml/2006/main" noGrp="1"/>
          </p:cNvSpPr>
          <p:nvPr/>
        </p:nvSpPr>
        <p:spPr>
          <a:xfrm xmlns:a="http://schemas.openxmlformats.org/drawingml/2006/main">
            <a:off x="838200" y="38100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i="0">
                <a:solidFill>
                  <a:srgbClr val="3D8DFF"/>
                </a:solidFill>
                <a:latin typeface="Helvetica Neue"/>
                <a:ea typeface="Helvetica Neue"/>
                <a:cs typeface="Helvetica Neue"/>
              </a:defRPr>
            </a:pPr>
            <a:r>
              <a:rPr sz="2700" b="1" i="0">
                <a:solidFill>
                  <a:srgbClr val="3D8DFF"/>
                </a:solidFill>
                <a:latin typeface="Helvetica Neue"/>
                <a:ea typeface="Helvetica Neue"/>
                <a:cs typeface="Helvetica Neue"/>
              </a:rPr>
              <a:t>0 1 0 1</a:t>
            </a:r>
          </a:p>
        </p:txBody>
      </p:sp>
      <p:sp>
        <p:nvSpPr>
          <p:cNvPr id="12" name="text">
            <a:extLst xmlns:a="http://schemas.openxmlformats.org/drawingml/2006/main">
              <a:ext uri="{FF2B5EF4-FFF2-40B4-BE49-F238E27FC236}">
                <a16:creationId xmlns:a16="http://schemas.microsoft.com/office/drawing/2014/main" id="{BDAA2B16-629F-4267-B6B1-9238A2DBABFC}"/>
              </a:ext>
            </a:extLst>
          </p:cNvPr>
          <p:cNvSpPr>
            <a:spLocks xmlns:a="http://schemas.openxmlformats.org/drawingml/2006/main" noGrp="1"/>
          </p:cNvSpPr>
          <p:nvPr/>
        </p:nvSpPr>
        <p:spPr>
          <a:xfrm xmlns:a="http://schemas.openxmlformats.org/drawingml/2006/main">
            <a:off x="3648075" y="38100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0" i="0">
                <a:solidFill>
                  <a:srgbClr val="59616D"/>
                </a:solidFill>
                <a:latin typeface="Helvetica Neue"/>
                <a:ea typeface="Helvetica Neue"/>
                <a:cs typeface="Helvetica Neue"/>
              </a:defRPr>
            </a:pPr>
            <a:r>
              <a:rPr sz="2400" b="0" i="0">
                <a:solidFill>
                  <a:srgbClr val="59616D"/>
                </a:solidFill>
                <a:latin typeface="Helvetica Neue"/>
                <a:ea typeface="Helvetica Neue"/>
                <a:cs typeface="Helvetica Neue"/>
              </a:rPr>
              <a:t>_______</a:t>
            </a:r>
          </a:p>
        </p:txBody>
      </p:sp>
      <p:cxnSp>
        <p:nvCxnSpPr>
          <p:cNvPr id="30" name=""/>
          <p:cNvCxnSpPr/>
          <p:nvPr/>
        </p:nvCxnSpPr>
        <p:spPr>
          <a:xfrm xmlns:a="http://schemas.openxmlformats.org/drawingml/2006/main">
            <a:off x="838200" y="4476750"/>
            <a:ext cx="5191125" cy="953"/>
          </a:xfrm>
          <a:prstGeom xmlns:a="http://schemas.openxmlformats.org/drawingml/2006/main" prst="straightConnector1">
            <a:avLst/>
          </a:prstGeom>
          <a:ln xmlns:a="http://schemas.openxmlformats.org/drawingml/2006/main" w="9525">
            <a:solidFill>
              <a:srgbClr val="B8BCC4"/>
            </a:solidFill>
            <a:prstDash val="solid"/>
          </a:ln>
        </p:spPr>
      </p:cxnSp>
      <p:sp>
        <p:nvSpPr>
          <p:cNvPr id="14" name="text">
            <a:extLst xmlns:a="http://schemas.openxmlformats.org/drawingml/2006/main">
              <a:ext uri="{FF2B5EF4-FFF2-40B4-BE49-F238E27FC236}">
                <a16:creationId xmlns:a16="http://schemas.microsoft.com/office/drawing/2014/main" id="{F953A475-3281-4F37-9AB0-C4528B0BA71D}"/>
              </a:ext>
            </a:extLst>
          </p:cNvPr>
          <p:cNvSpPr>
            <a:spLocks xmlns:a="http://schemas.openxmlformats.org/drawingml/2006/main" noGrp="1"/>
          </p:cNvSpPr>
          <p:nvPr/>
        </p:nvSpPr>
        <p:spPr>
          <a:xfrm xmlns:a="http://schemas.openxmlformats.org/drawingml/2006/main">
            <a:off x="6648450" y="38100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i="0">
                <a:solidFill>
                  <a:srgbClr val="FF625E"/>
                </a:solidFill>
                <a:latin typeface="Helvetica Neue"/>
                <a:ea typeface="Helvetica Neue"/>
                <a:cs typeface="Helvetica Neue"/>
              </a:defRPr>
            </a:pPr>
            <a:r>
              <a:rPr sz="2700" b="1" i="0">
                <a:solidFill>
                  <a:srgbClr val="FF625E"/>
                </a:solidFill>
                <a:latin typeface="Helvetica Neue"/>
                <a:ea typeface="Helvetica Neue"/>
                <a:cs typeface="Helvetica Neue"/>
              </a:rPr>
              <a:t>1 1 0 0</a:t>
            </a:r>
          </a:p>
        </p:txBody>
      </p:sp>
      <p:sp>
        <p:nvSpPr>
          <p:cNvPr id="15" name="text">
            <a:extLst xmlns:a="http://schemas.openxmlformats.org/drawingml/2006/main">
              <a:ext uri="{FF2B5EF4-FFF2-40B4-BE49-F238E27FC236}">
                <a16:creationId xmlns:a16="http://schemas.microsoft.com/office/drawing/2014/main" id="{93F49331-7911-4BFF-861F-BF5109E2B90F}"/>
              </a:ext>
            </a:extLst>
          </p:cNvPr>
          <p:cNvSpPr>
            <a:spLocks xmlns:a="http://schemas.openxmlformats.org/drawingml/2006/main" noGrp="1"/>
          </p:cNvSpPr>
          <p:nvPr/>
        </p:nvSpPr>
        <p:spPr>
          <a:xfrm xmlns:a="http://schemas.openxmlformats.org/drawingml/2006/main">
            <a:off x="9458325" y="3810000"/>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0" i="0">
                <a:solidFill>
                  <a:srgbClr val="59616D"/>
                </a:solidFill>
                <a:latin typeface="Helvetica Neue"/>
                <a:ea typeface="Helvetica Neue"/>
                <a:cs typeface="Helvetica Neue"/>
              </a:defRPr>
            </a:pPr>
            <a:r>
              <a:rPr sz="2400" b="0" i="0">
                <a:solidFill>
                  <a:srgbClr val="59616D"/>
                </a:solidFill>
                <a:latin typeface="Helvetica Neue"/>
                <a:ea typeface="Helvetica Neue"/>
                <a:cs typeface="Helvetica Neue"/>
              </a:rPr>
              <a:t>_______</a:t>
            </a:r>
          </a:p>
        </p:txBody>
      </p:sp>
      <p:cxnSp>
        <p:nvCxnSpPr>
          <p:cNvPr id="33" name=""/>
          <p:cNvCxnSpPr/>
          <p:nvPr/>
        </p:nvCxnSpPr>
        <p:spPr>
          <a:xfrm xmlns:a="http://schemas.openxmlformats.org/drawingml/2006/main">
            <a:off x="6648450" y="4476750"/>
            <a:ext cx="5191125" cy="953"/>
          </a:xfrm>
          <a:prstGeom xmlns:a="http://schemas.openxmlformats.org/drawingml/2006/main" prst="straightConnector1">
            <a:avLst/>
          </a:prstGeom>
          <a:ln xmlns:a="http://schemas.openxmlformats.org/drawingml/2006/main" w="9525">
            <a:solidFill>
              <a:srgbClr val="B8BCC4"/>
            </a:solidFill>
            <a:prstDash val="solid"/>
          </a:ln>
        </p:spPr>
      </p:cxnSp>
      <p:sp>
        <p:nvSpPr>
          <p:cNvPr id="17" name="text">
            <a:extLst xmlns:a="http://schemas.openxmlformats.org/drawingml/2006/main">
              <a:ext uri="{FF2B5EF4-FFF2-40B4-BE49-F238E27FC236}">
                <a16:creationId xmlns:a16="http://schemas.microsoft.com/office/drawing/2014/main" id="{361A781A-19F1-4F3B-B248-DBBF76183C95}"/>
              </a:ext>
            </a:extLst>
          </p:cNvPr>
          <p:cNvSpPr>
            <a:spLocks xmlns:a="http://schemas.openxmlformats.org/drawingml/2006/main" noGrp="1"/>
          </p:cNvSpPr>
          <p:nvPr/>
        </p:nvSpPr>
        <p:spPr>
          <a:xfrm xmlns:a="http://schemas.openxmlformats.org/drawingml/2006/main">
            <a:off x="2000250" y="5591175"/>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443"/>
          </a:bodyPr>
          <a:lstStyle xmlns:a="http://schemas.openxmlformats.org/drawingml/2006/main"/>
          <a:p xmlns:a="http://schemas.openxmlformats.org/drawingml/2006/main">
            <a:pPr algn="ctr">
              <a:defRPr sz="2025" b="1" i="0">
                <a:solidFill>
                  <a:srgbClr val="000000"/>
                </a:solidFill>
                <a:latin typeface="Helvetica Neue"/>
                <a:ea typeface="Helvetica Neue"/>
                <a:cs typeface="Helvetica Neue"/>
              </a:defRPr>
            </a:pPr>
            <a:r>
              <a:rPr sz="2025" b="1" i="0">
                <a:solidFill>
                  <a:srgbClr val="000000"/>
                </a:solidFill>
                <a:latin typeface="Helvetica Neue"/>
                <a:ea typeface="Helvetica Neue"/>
                <a:cs typeface="Helvetica Neue"/>
              </a:rPr>
              <a:t>If two teammates disagree, audit the three promises instead of voting.</a:t>
            </a:r>
          </a:p>
        </p:txBody>
      </p:sp>
    </p:spTree>
    <p:extLst>
      <p:ext uri="{BB962C8B-B14F-4D97-AF65-F5344CB8AC3E}">
        <p14:creationId xmlns:p14="http://schemas.microsoft.com/office/powerpoint/2010/main" val="1637355572"/>
      </p:ext>
    </p:extLst>
  </p:cSld>
</p:sld>
</file>

<file path=ppt/slides/slide22.xml><?xml version="1.0" encoding="utf-8"?>
<p:sld xmlns:p="http://schemas.openxmlformats.org/presentationml/2006/main">
  <p:cSld>
    <p:bg>
      <p:bgPr>
        <a:solidFill xmlns:a="http://schemas.openxmlformats.org/drawingml/2006/main">
          <a:srgbClr val="071A3A"/>
        </a:solidFill>
      </p:bgPr>
    </p:bg>
    <p:spTree>
      <p:nvGrpSpPr>
        <p:cNvPr id="1" name=""/>
        <p:cNvGrpSpPr/>
        <p:nvPr/>
      </p:nvGrpSpPr>
      <p:grpSpPr>
        <a:xfrm xmlns:a="http://schemas.openxmlformats.org/drawingml/2006/main"/>
      </p:grpSpPr>
      <p:sp>
        <p:nvSpPr>
          <p:cNvPr id="6" name="text">
            <a:extLst xmlns:a="http://schemas.openxmlformats.org/drawingml/2006/main">
              <a:ext uri="{FF2B5EF4-FFF2-40B4-BE49-F238E27FC236}">
                <a16:creationId xmlns:a16="http://schemas.microsoft.com/office/drawing/2014/main" id="{E640B3E3-A0C7-4CD3-868A-A246063E9875}"/>
              </a:ext>
            </a:extLst>
          </p:cNvPr>
          <p:cNvSpPr>
            <a:spLocks xmlns:a="http://schemas.openxmlformats.org/drawingml/2006/main" noGrp="1"/>
          </p:cNvSpPr>
          <p:nvPr/>
        </p:nvSpPr>
        <p:spPr>
          <a:xfrm xmlns:a="http://schemas.openxmlformats.org/drawingml/2006/main">
            <a:off x="400050" y="40957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i="0">
                <a:solidFill>
                  <a:srgbClr val="6DCBF4"/>
                </a:solidFill>
                <a:latin typeface="Helvetica Neue"/>
                <a:ea typeface="Helvetica Neue"/>
                <a:cs typeface="Helvetica Neue"/>
              </a:defRPr>
            </a:pPr>
            <a:r>
              <a:rPr sz="1500" b="1" i="0">
                <a:solidFill>
                  <a:srgbClr val="6DCBF4"/>
                </a:solidFill>
                <a:latin typeface="Helvetica Neue"/>
                <a:ea typeface="Helvetica Neue"/>
                <a:cs typeface="Helvetica Neue"/>
              </a:rPr>
              <a:t>PAUSE THE SIGNAL</a:t>
            </a:r>
          </a:p>
        </p:txBody>
      </p:sp>
      <p:sp>
        <p:nvSpPr>
          <p:cNvPr id="2" name="text">
            <a:extLst xmlns:a="http://schemas.openxmlformats.org/drawingml/2006/main">
              <a:ext uri="{FF2B5EF4-FFF2-40B4-BE49-F238E27FC236}">
                <a16:creationId xmlns:a16="http://schemas.microsoft.com/office/drawing/2014/main" id="{835A37AF-BFDF-4EBE-972F-80BD9A2B0E2E}"/>
              </a:ext>
            </a:extLst>
          </p:cNvPr>
          <p:cNvSpPr>
            <a:spLocks xmlns:a="http://schemas.openxmlformats.org/drawingml/2006/main" noGrp="1"/>
          </p:cNvSpPr>
          <p:nvPr/>
        </p:nvSpPr>
        <p:spPr>
          <a:xfrm xmlns:a="http://schemas.openxmlformats.org/drawingml/2006/main">
            <a:off x="1905000" y="1885950"/>
            <a:ext cx="8382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150" b="1" i="0">
                <a:solidFill>
                  <a:srgbClr val="FFFFFF"/>
                </a:solidFill>
                <a:latin typeface="Helvetica Neue"/>
                <a:ea typeface="Helvetica Neue"/>
                <a:cs typeface="Helvetica Neue"/>
              </a:defRPr>
            </a:pPr>
            <a:r>
              <a:rPr sz="9150" b="1" i="0">
                <a:solidFill>
                  <a:srgbClr val="FFFFFF"/>
                </a:solidFill>
                <a:latin typeface="Helvetica Neue"/>
                <a:ea typeface="Helvetica Neue"/>
                <a:cs typeface="Helvetica Neue"/>
              </a:rPr>
              <a:t>05:00</a:t>
            </a:r>
          </a:p>
        </p:txBody>
      </p:sp>
      <p:sp>
        <p:nvSpPr>
          <p:cNvPr id="3" name="text">
            <a:extLst xmlns:a="http://schemas.openxmlformats.org/drawingml/2006/main">
              <a:ext uri="{FF2B5EF4-FFF2-40B4-BE49-F238E27FC236}">
                <a16:creationId xmlns:a16="http://schemas.microsoft.com/office/drawing/2014/main" id="{D15752BD-9A70-4246-A851-8030913674C4}"/>
              </a:ext>
            </a:extLst>
          </p:cNvPr>
          <p:cNvSpPr>
            <a:spLocks xmlns:a="http://schemas.openxmlformats.org/drawingml/2006/main" noGrp="1"/>
          </p:cNvSpPr>
          <p:nvPr/>
        </p:nvSpPr>
        <p:spPr>
          <a:xfrm xmlns:a="http://schemas.openxmlformats.org/drawingml/2006/main">
            <a:off x="1809750" y="4362450"/>
            <a:ext cx="8572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i="0">
                <a:solidFill>
                  <a:srgbClr val="FFFFFF"/>
                </a:solidFill>
                <a:latin typeface="Helvetica Neue"/>
                <a:ea typeface="Helvetica Neue"/>
                <a:cs typeface="Helvetica Neue"/>
              </a:defRPr>
            </a:pPr>
            <a:r>
              <a:rPr sz="2400" b="1" i="0">
                <a:solidFill>
                  <a:srgbClr val="FFFFFF"/>
                </a:solidFill>
                <a:latin typeface="Helvetica Neue"/>
                <a:ea typeface="Helvetica Neue"/>
                <a:cs typeface="Helvetica Neue"/>
              </a:rPr>
              <a:t>When you return: we use the same three questions to find a flip.</a:t>
            </a:r>
          </a:p>
        </p:txBody>
      </p:sp>
      <p:sp>
        <p:nvSpPr>
          <p:cNvPr id="4" name="text">
            <a:extLst xmlns:a="http://schemas.openxmlformats.org/drawingml/2006/main">
              <a:ext uri="{FF2B5EF4-FFF2-40B4-BE49-F238E27FC236}">
                <a16:creationId xmlns:a16="http://schemas.microsoft.com/office/drawing/2014/main" id="{6ACB2F01-40D4-4E74-8A2B-07CE2489322D}"/>
              </a:ext>
            </a:extLst>
          </p:cNvPr>
          <p:cNvSpPr>
            <a:spLocks xmlns:a="http://schemas.openxmlformats.org/drawingml/2006/main" noGrp="1"/>
          </p:cNvSpPr>
          <p:nvPr/>
        </p:nvSpPr>
        <p:spPr>
          <a:xfrm xmlns:a="http://schemas.openxmlformats.org/drawingml/2006/main">
            <a:off x="3238500" y="5553075"/>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0" i="0">
                <a:solidFill>
                  <a:srgbClr val="6DCBF4"/>
                </a:solidFill>
                <a:latin typeface="Helvetica Neue"/>
                <a:ea typeface="Helvetica Neue"/>
                <a:cs typeface="Helvetica Neue"/>
              </a:defRPr>
            </a:pPr>
            <a:r>
              <a:rPr sz="1725" b="0" i="0">
                <a:solidFill>
                  <a:srgbClr val="6DCBF4"/>
                </a:solidFill>
                <a:latin typeface="Helvetica Neue"/>
                <a:ea typeface="Helvetica Neue"/>
                <a:cs typeface="Helvetica Neue"/>
              </a:rPr>
              <a:t>Stretch • water • keep your worksheet</a:t>
            </a:r>
          </a:p>
        </p:txBody>
      </p:sp>
      <p:sp>
        <p:nvSpPr>
          <p:cNvPr id="5" name="text">
            <a:extLst xmlns:a="http://schemas.openxmlformats.org/drawingml/2006/main">
              <a:ext uri="{FF2B5EF4-FFF2-40B4-BE49-F238E27FC236}">
                <a16:creationId xmlns:a16="http://schemas.microsoft.com/office/drawing/2014/main" id="{F97AF079-DC4A-49AE-ACD3-0A706AF99CCB}"/>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D0EDFA"/>
                </a:solidFill>
                <a:latin typeface="Helvetica Neue"/>
                <a:ea typeface="Helvetica Neue"/>
                <a:cs typeface="Helvetica Neue"/>
              </a:defRPr>
            </a:pPr>
            <a:r>
              <a:rPr sz="1050" b="0" i="0">
                <a:solidFill>
                  <a:srgbClr val="D0EDFA"/>
                </a:solidFill>
                <a:latin typeface="Helvetica Neue"/>
                <a:ea typeface="Helvetica Neue"/>
                <a:cs typeface="Helvetica Neue"/>
              </a:rPr>
              <a:t>22</a:t>
            </a:r>
          </a:p>
        </p:txBody>
      </p:sp>
    </p:spTree>
    <p:extLst>
      <p:ext uri="{BB962C8B-B14F-4D97-AF65-F5344CB8AC3E}">
        <p14:creationId xmlns:p14="http://schemas.microsoft.com/office/powerpoint/2010/main" val="169467230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section-23">
            <a:extLst xmlns:a="http://schemas.openxmlformats.org/drawingml/2006/main">
              <a:ext uri="{FF2B5EF4-FFF2-40B4-BE49-F238E27FC236}">
                <a16:creationId xmlns:a16="http://schemas.microsoft.com/office/drawing/2014/main" id="{1CF08C91-17D7-4AD1-A550-75441044DF68}"/>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RECEIVED WORD 0 1 1 0 0 0 1</a:t>
            </a:r>
          </a:p>
        </p:txBody>
      </p:sp>
      <p:sp>
        <p:nvSpPr>
          <p:cNvPr id="2" name="title-23">
            <a:extLst xmlns:a="http://schemas.openxmlformats.org/drawingml/2006/main">
              <a:ext uri="{FF2B5EF4-FFF2-40B4-BE49-F238E27FC236}">
                <a16:creationId xmlns:a16="http://schemas.microsoft.com/office/drawing/2014/main" id="{1552DE63-D449-483F-B871-8FCC96DB0741}"/>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Which questions noticed the flip?</a:t>
            </a:r>
          </a:p>
        </p:txBody>
      </p:sp>
      <p:cxnSp>
        <p:nvCxnSpPr>
          <p:cNvPr id="38"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23">
            <a:extLst xmlns:a="http://schemas.openxmlformats.org/drawingml/2006/main">
              <a:ext uri="{FF2B5EF4-FFF2-40B4-BE49-F238E27FC236}">
                <a16:creationId xmlns:a16="http://schemas.microsoft.com/office/drawing/2014/main" id="{EDF6894F-31BD-40FA-B02E-C3D8EC56B9F8}"/>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23</a:t>
            </a:r>
          </a:p>
        </p:txBody>
      </p:sp>
      <p:sp>
        <p:nvSpPr>
          <p:cNvPr id="5" name="received-pos-1">
            <a:extLst xmlns:a="http://schemas.openxmlformats.org/drawingml/2006/main">
              <a:ext uri="{FF2B5EF4-FFF2-40B4-BE49-F238E27FC236}">
                <a16:creationId xmlns:a16="http://schemas.microsoft.com/office/drawing/2014/main" id="{5B0A478E-7AB5-4AF5-9F18-A0B760A09454}"/>
              </a:ext>
            </a:extLst>
          </p:cNvPr>
          <p:cNvSpPr>
            <a:spLocks xmlns:a="http://schemas.openxmlformats.org/drawingml/2006/main" noGrp="1"/>
          </p:cNvSpPr>
          <p:nvPr/>
        </p:nvSpPr>
        <p:spPr>
          <a:xfrm xmlns:a="http://schemas.openxmlformats.org/drawingml/2006/main">
            <a:off x="781050" y="20002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1</a:t>
            </a:r>
          </a:p>
        </p:txBody>
      </p:sp>
      <p:sp>
        <p:nvSpPr>
          <p:cNvPr id="6" name="received-cell-1">
            <a:extLst xmlns:a="http://schemas.openxmlformats.org/drawingml/2006/main">
              <a:ext uri="{FF2B5EF4-FFF2-40B4-BE49-F238E27FC236}">
                <a16:creationId xmlns:a16="http://schemas.microsoft.com/office/drawing/2014/main" id="{28428E5E-A403-4309-B20A-EE8B7ADCF99D}"/>
              </a:ext>
            </a:extLst>
          </p:cNvPr>
          <p:cNvSpPr>
            <a:spLocks xmlns:a="http://schemas.openxmlformats.org/drawingml/2006/main" noGrp="1"/>
          </p:cNvSpPr>
          <p:nvPr/>
        </p:nvSpPr>
        <p:spPr>
          <a:xfrm xmlns:a="http://schemas.openxmlformats.org/drawingml/2006/main">
            <a:off x="781050" y="2362200"/>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7" name="received-bit-1">
            <a:extLst xmlns:a="http://schemas.openxmlformats.org/drawingml/2006/main">
              <a:ext uri="{FF2B5EF4-FFF2-40B4-BE49-F238E27FC236}">
                <a16:creationId xmlns:a16="http://schemas.microsoft.com/office/drawing/2014/main" id="{8E8BB02F-52B3-4DB5-8933-BED47DC04E63}"/>
              </a:ext>
            </a:extLst>
          </p:cNvPr>
          <p:cNvSpPr>
            <a:spLocks xmlns:a="http://schemas.openxmlformats.org/drawingml/2006/main" noGrp="1"/>
          </p:cNvSpPr>
          <p:nvPr/>
        </p:nvSpPr>
        <p:spPr>
          <a:xfrm xmlns:a="http://schemas.openxmlformats.org/drawingml/2006/main">
            <a:off x="781050" y="25908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a:t>
            </a:r>
          </a:p>
        </p:txBody>
      </p:sp>
      <p:sp>
        <p:nvSpPr>
          <p:cNvPr id="8" name="received-role-1">
            <a:extLst xmlns:a="http://schemas.openxmlformats.org/drawingml/2006/main">
              <a:ext uri="{FF2B5EF4-FFF2-40B4-BE49-F238E27FC236}">
                <a16:creationId xmlns:a16="http://schemas.microsoft.com/office/drawing/2014/main" id="{F9D9D968-9574-443B-977D-F8224F0040C4}"/>
              </a:ext>
            </a:extLst>
          </p:cNvPr>
          <p:cNvSpPr>
            <a:spLocks xmlns:a="http://schemas.openxmlformats.org/drawingml/2006/main" noGrp="1"/>
          </p:cNvSpPr>
          <p:nvPr/>
        </p:nvSpPr>
        <p:spPr>
          <a:xfrm xmlns:a="http://schemas.openxmlformats.org/drawingml/2006/main">
            <a:off x="723900" y="37623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1</a:t>
            </a:r>
          </a:p>
        </p:txBody>
      </p:sp>
      <p:sp>
        <p:nvSpPr>
          <p:cNvPr id="9" name="received-pos-2">
            <a:extLst xmlns:a="http://schemas.openxmlformats.org/drawingml/2006/main">
              <a:ext uri="{FF2B5EF4-FFF2-40B4-BE49-F238E27FC236}">
                <a16:creationId xmlns:a16="http://schemas.microsoft.com/office/drawing/2014/main" id="{E2A68C7B-1AC4-429C-B0FB-BD5D37E867FD}"/>
              </a:ext>
            </a:extLst>
          </p:cNvPr>
          <p:cNvSpPr>
            <a:spLocks xmlns:a="http://schemas.openxmlformats.org/drawingml/2006/main" noGrp="1"/>
          </p:cNvSpPr>
          <p:nvPr/>
        </p:nvSpPr>
        <p:spPr>
          <a:xfrm xmlns:a="http://schemas.openxmlformats.org/drawingml/2006/main">
            <a:off x="2409825" y="20002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2</a:t>
            </a:r>
          </a:p>
        </p:txBody>
      </p:sp>
      <p:sp>
        <p:nvSpPr>
          <p:cNvPr id="10" name="received-cell-2">
            <a:extLst xmlns:a="http://schemas.openxmlformats.org/drawingml/2006/main">
              <a:ext uri="{FF2B5EF4-FFF2-40B4-BE49-F238E27FC236}">
                <a16:creationId xmlns:a16="http://schemas.microsoft.com/office/drawing/2014/main" id="{13B1A492-1482-47AE-8355-FD2F3F3D1064}"/>
              </a:ext>
            </a:extLst>
          </p:cNvPr>
          <p:cNvSpPr>
            <a:spLocks xmlns:a="http://schemas.openxmlformats.org/drawingml/2006/main" noGrp="1"/>
          </p:cNvSpPr>
          <p:nvPr/>
        </p:nvSpPr>
        <p:spPr>
          <a:xfrm xmlns:a="http://schemas.openxmlformats.org/drawingml/2006/main">
            <a:off x="2409825" y="2362200"/>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1" name="received-bit-2">
            <a:extLst xmlns:a="http://schemas.openxmlformats.org/drawingml/2006/main">
              <a:ext uri="{FF2B5EF4-FFF2-40B4-BE49-F238E27FC236}">
                <a16:creationId xmlns:a16="http://schemas.microsoft.com/office/drawing/2014/main" id="{87B10BE4-B738-4FEE-A523-031D24A27935}"/>
              </a:ext>
            </a:extLst>
          </p:cNvPr>
          <p:cNvSpPr>
            <a:spLocks xmlns:a="http://schemas.openxmlformats.org/drawingml/2006/main" noGrp="1"/>
          </p:cNvSpPr>
          <p:nvPr/>
        </p:nvSpPr>
        <p:spPr>
          <a:xfrm xmlns:a="http://schemas.openxmlformats.org/drawingml/2006/main">
            <a:off x="2409825" y="25908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12" name="received-role-2">
            <a:extLst xmlns:a="http://schemas.openxmlformats.org/drawingml/2006/main">
              <a:ext uri="{FF2B5EF4-FFF2-40B4-BE49-F238E27FC236}">
                <a16:creationId xmlns:a16="http://schemas.microsoft.com/office/drawing/2014/main" id="{54712A16-0B99-40BE-8992-6D5F9C44BAEF}"/>
              </a:ext>
            </a:extLst>
          </p:cNvPr>
          <p:cNvSpPr>
            <a:spLocks xmlns:a="http://schemas.openxmlformats.org/drawingml/2006/main" noGrp="1"/>
          </p:cNvSpPr>
          <p:nvPr/>
        </p:nvSpPr>
        <p:spPr>
          <a:xfrm xmlns:a="http://schemas.openxmlformats.org/drawingml/2006/main">
            <a:off x="2352675" y="37623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2</a:t>
            </a:r>
          </a:p>
        </p:txBody>
      </p:sp>
      <p:sp>
        <p:nvSpPr>
          <p:cNvPr id="13" name="received-pos-3">
            <a:extLst xmlns:a="http://schemas.openxmlformats.org/drawingml/2006/main">
              <a:ext uri="{FF2B5EF4-FFF2-40B4-BE49-F238E27FC236}">
                <a16:creationId xmlns:a16="http://schemas.microsoft.com/office/drawing/2014/main" id="{8D16DBD8-399B-4052-98DF-1DA34ABD17B4}"/>
              </a:ext>
            </a:extLst>
          </p:cNvPr>
          <p:cNvSpPr>
            <a:spLocks xmlns:a="http://schemas.openxmlformats.org/drawingml/2006/main" noGrp="1"/>
          </p:cNvSpPr>
          <p:nvPr/>
        </p:nvSpPr>
        <p:spPr>
          <a:xfrm xmlns:a="http://schemas.openxmlformats.org/drawingml/2006/main">
            <a:off x="4038600" y="20002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3</a:t>
            </a:r>
          </a:p>
        </p:txBody>
      </p:sp>
      <p:sp>
        <p:nvSpPr>
          <p:cNvPr id="14" name="received-cell-3">
            <a:extLst xmlns:a="http://schemas.openxmlformats.org/drawingml/2006/main">
              <a:ext uri="{FF2B5EF4-FFF2-40B4-BE49-F238E27FC236}">
                <a16:creationId xmlns:a16="http://schemas.microsoft.com/office/drawing/2014/main" id="{1ED31298-BAB9-4581-AB65-071470493EEC}"/>
              </a:ext>
            </a:extLst>
          </p:cNvPr>
          <p:cNvSpPr>
            <a:spLocks xmlns:a="http://schemas.openxmlformats.org/drawingml/2006/main" noGrp="1"/>
          </p:cNvSpPr>
          <p:nvPr/>
        </p:nvSpPr>
        <p:spPr>
          <a:xfrm xmlns:a="http://schemas.openxmlformats.org/drawingml/2006/main">
            <a:off x="4038600" y="236220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15" name="received-bit-3">
            <a:extLst xmlns:a="http://schemas.openxmlformats.org/drawingml/2006/main">
              <a:ext uri="{FF2B5EF4-FFF2-40B4-BE49-F238E27FC236}">
                <a16:creationId xmlns:a16="http://schemas.microsoft.com/office/drawing/2014/main" id="{F3678561-A7E8-4BDF-9D5C-58FD65740640}"/>
              </a:ext>
            </a:extLst>
          </p:cNvPr>
          <p:cNvSpPr>
            <a:spLocks xmlns:a="http://schemas.openxmlformats.org/drawingml/2006/main" noGrp="1"/>
          </p:cNvSpPr>
          <p:nvPr/>
        </p:nvSpPr>
        <p:spPr>
          <a:xfrm xmlns:a="http://schemas.openxmlformats.org/drawingml/2006/main">
            <a:off x="4038600" y="25908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16" name="received-role-3">
            <a:extLst xmlns:a="http://schemas.openxmlformats.org/drawingml/2006/main">
              <a:ext uri="{FF2B5EF4-FFF2-40B4-BE49-F238E27FC236}">
                <a16:creationId xmlns:a16="http://schemas.microsoft.com/office/drawing/2014/main" id="{DFC08AEB-5D0E-4BDE-85C0-78047757ADCC}"/>
              </a:ext>
            </a:extLst>
          </p:cNvPr>
          <p:cNvSpPr>
            <a:spLocks xmlns:a="http://schemas.openxmlformats.org/drawingml/2006/main" noGrp="1"/>
          </p:cNvSpPr>
          <p:nvPr/>
        </p:nvSpPr>
        <p:spPr>
          <a:xfrm xmlns:a="http://schemas.openxmlformats.org/drawingml/2006/main">
            <a:off x="3981450" y="37623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1</a:t>
            </a:r>
          </a:p>
        </p:txBody>
      </p:sp>
      <p:sp>
        <p:nvSpPr>
          <p:cNvPr id="17" name="received-pos-4">
            <a:extLst xmlns:a="http://schemas.openxmlformats.org/drawingml/2006/main">
              <a:ext uri="{FF2B5EF4-FFF2-40B4-BE49-F238E27FC236}">
                <a16:creationId xmlns:a16="http://schemas.microsoft.com/office/drawing/2014/main" id="{9335ECC0-B9F0-43E9-A936-E79686755001}"/>
              </a:ext>
            </a:extLst>
          </p:cNvPr>
          <p:cNvSpPr>
            <a:spLocks xmlns:a="http://schemas.openxmlformats.org/drawingml/2006/main" noGrp="1"/>
          </p:cNvSpPr>
          <p:nvPr/>
        </p:nvSpPr>
        <p:spPr>
          <a:xfrm xmlns:a="http://schemas.openxmlformats.org/drawingml/2006/main">
            <a:off x="5667375" y="20002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4</a:t>
            </a:r>
          </a:p>
        </p:txBody>
      </p:sp>
      <p:sp>
        <p:nvSpPr>
          <p:cNvPr id="18" name="received-cell-4">
            <a:extLst xmlns:a="http://schemas.openxmlformats.org/drawingml/2006/main">
              <a:ext uri="{FF2B5EF4-FFF2-40B4-BE49-F238E27FC236}">
                <a16:creationId xmlns:a16="http://schemas.microsoft.com/office/drawing/2014/main" id="{651FE90F-5F7C-4D87-8D2F-1D83119B7687}"/>
              </a:ext>
            </a:extLst>
          </p:cNvPr>
          <p:cNvSpPr>
            <a:spLocks xmlns:a="http://schemas.openxmlformats.org/drawingml/2006/main" noGrp="1"/>
          </p:cNvSpPr>
          <p:nvPr/>
        </p:nvSpPr>
        <p:spPr>
          <a:xfrm xmlns:a="http://schemas.openxmlformats.org/drawingml/2006/main">
            <a:off x="5667375" y="2362200"/>
            <a:ext cx="1257300" cy="1257300"/>
          </a:xfrm>
          <a:prstGeom xmlns:a="http://schemas.openxmlformats.org/drawingml/2006/main" prst="roundRect">
            <a:avLst>
              <a:gd name="adj" fmla="val 9091"/>
            </a:avLst>
          </a:prstGeom>
          <a:solidFill xmlns:a="http://schemas.openxmlformats.org/drawingml/2006/main">
            <a:srgbClr val="D0EDFA"/>
          </a:solidFill>
          <a:ln xmlns:a="http://schemas.openxmlformats.org/drawingml/2006/main" w="9525">
            <a:solidFill>
              <a:srgbClr val="3D8DFF"/>
            </a:solidFill>
            <a:prstDash val="solid"/>
          </a:ln>
        </p:spPr>
      </p:sp>
      <p:sp>
        <p:nvSpPr>
          <p:cNvPr id="19" name="received-bit-4">
            <a:extLst xmlns:a="http://schemas.openxmlformats.org/drawingml/2006/main">
              <a:ext uri="{FF2B5EF4-FFF2-40B4-BE49-F238E27FC236}">
                <a16:creationId xmlns:a16="http://schemas.microsoft.com/office/drawing/2014/main" id="{A5E79528-5DDA-4E01-AEB5-6BDCB8197AED}"/>
              </a:ext>
            </a:extLst>
          </p:cNvPr>
          <p:cNvSpPr>
            <a:spLocks xmlns:a="http://schemas.openxmlformats.org/drawingml/2006/main" noGrp="1"/>
          </p:cNvSpPr>
          <p:nvPr/>
        </p:nvSpPr>
        <p:spPr>
          <a:xfrm xmlns:a="http://schemas.openxmlformats.org/drawingml/2006/main">
            <a:off x="5667375" y="25908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a:t>
            </a:r>
          </a:p>
        </p:txBody>
      </p:sp>
      <p:sp>
        <p:nvSpPr>
          <p:cNvPr id="20" name="received-role-4">
            <a:extLst xmlns:a="http://schemas.openxmlformats.org/drawingml/2006/main">
              <a:ext uri="{FF2B5EF4-FFF2-40B4-BE49-F238E27FC236}">
                <a16:creationId xmlns:a16="http://schemas.microsoft.com/office/drawing/2014/main" id="{36A80E3A-924A-48F6-9FAD-F8AFF3A6E14E}"/>
              </a:ext>
            </a:extLst>
          </p:cNvPr>
          <p:cNvSpPr>
            <a:spLocks xmlns:a="http://schemas.openxmlformats.org/drawingml/2006/main" noGrp="1"/>
          </p:cNvSpPr>
          <p:nvPr/>
        </p:nvSpPr>
        <p:spPr>
          <a:xfrm xmlns:a="http://schemas.openxmlformats.org/drawingml/2006/main">
            <a:off x="5610225" y="37623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check 4</a:t>
            </a:r>
          </a:p>
        </p:txBody>
      </p:sp>
      <p:sp>
        <p:nvSpPr>
          <p:cNvPr id="21" name="received-pos-5">
            <a:extLst xmlns:a="http://schemas.openxmlformats.org/drawingml/2006/main">
              <a:ext uri="{FF2B5EF4-FFF2-40B4-BE49-F238E27FC236}">
                <a16:creationId xmlns:a16="http://schemas.microsoft.com/office/drawing/2014/main" id="{C132AC44-457A-475C-8752-44A24545FF85}"/>
              </a:ext>
            </a:extLst>
          </p:cNvPr>
          <p:cNvSpPr>
            <a:spLocks xmlns:a="http://schemas.openxmlformats.org/drawingml/2006/main" noGrp="1"/>
          </p:cNvSpPr>
          <p:nvPr/>
        </p:nvSpPr>
        <p:spPr>
          <a:xfrm xmlns:a="http://schemas.openxmlformats.org/drawingml/2006/main">
            <a:off x="7296150" y="20002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5</a:t>
            </a:r>
          </a:p>
        </p:txBody>
      </p:sp>
      <p:sp>
        <p:nvSpPr>
          <p:cNvPr id="22" name="received-cell-5">
            <a:extLst xmlns:a="http://schemas.openxmlformats.org/drawingml/2006/main">
              <a:ext uri="{FF2B5EF4-FFF2-40B4-BE49-F238E27FC236}">
                <a16:creationId xmlns:a16="http://schemas.microsoft.com/office/drawing/2014/main" id="{00578AB4-3A43-41D1-AC1B-D666F83CFD5E}"/>
              </a:ext>
            </a:extLst>
          </p:cNvPr>
          <p:cNvSpPr>
            <a:spLocks xmlns:a="http://schemas.openxmlformats.org/drawingml/2006/main" noGrp="1"/>
          </p:cNvSpPr>
          <p:nvPr/>
        </p:nvSpPr>
        <p:spPr>
          <a:xfrm xmlns:a="http://schemas.openxmlformats.org/drawingml/2006/main">
            <a:off x="7296150" y="236220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23" name="received-bit-5">
            <a:extLst xmlns:a="http://schemas.openxmlformats.org/drawingml/2006/main">
              <a:ext uri="{FF2B5EF4-FFF2-40B4-BE49-F238E27FC236}">
                <a16:creationId xmlns:a16="http://schemas.microsoft.com/office/drawing/2014/main" id="{5A57A97F-98B2-4055-9154-4AE06A563181}"/>
              </a:ext>
            </a:extLst>
          </p:cNvPr>
          <p:cNvSpPr>
            <a:spLocks xmlns:a="http://schemas.openxmlformats.org/drawingml/2006/main" noGrp="1"/>
          </p:cNvSpPr>
          <p:nvPr/>
        </p:nvSpPr>
        <p:spPr>
          <a:xfrm xmlns:a="http://schemas.openxmlformats.org/drawingml/2006/main">
            <a:off x="7296150" y="25908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a:t>
            </a:r>
          </a:p>
        </p:txBody>
      </p:sp>
      <p:sp>
        <p:nvSpPr>
          <p:cNvPr id="24" name="received-role-5">
            <a:extLst xmlns:a="http://schemas.openxmlformats.org/drawingml/2006/main">
              <a:ext uri="{FF2B5EF4-FFF2-40B4-BE49-F238E27FC236}">
                <a16:creationId xmlns:a16="http://schemas.microsoft.com/office/drawing/2014/main" id="{F43ED876-5F73-417F-82CC-E83B65F204D2}"/>
              </a:ext>
            </a:extLst>
          </p:cNvPr>
          <p:cNvSpPr>
            <a:spLocks xmlns:a="http://schemas.openxmlformats.org/drawingml/2006/main" noGrp="1"/>
          </p:cNvSpPr>
          <p:nvPr/>
        </p:nvSpPr>
        <p:spPr>
          <a:xfrm xmlns:a="http://schemas.openxmlformats.org/drawingml/2006/main">
            <a:off x="7239000" y="37623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2</a:t>
            </a:r>
          </a:p>
        </p:txBody>
      </p:sp>
      <p:sp>
        <p:nvSpPr>
          <p:cNvPr id="25" name="received-pos-6">
            <a:extLst xmlns:a="http://schemas.openxmlformats.org/drawingml/2006/main">
              <a:ext uri="{FF2B5EF4-FFF2-40B4-BE49-F238E27FC236}">
                <a16:creationId xmlns:a16="http://schemas.microsoft.com/office/drawing/2014/main" id="{A3B0A272-A71C-415B-8D6B-975012D62623}"/>
              </a:ext>
            </a:extLst>
          </p:cNvPr>
          <p:cNvSpPr>
            <a:spLocks xmlns:a="http://schemas.openxmlformats.org/drawingml/2006/main" noGrp="1"/>
          </p:cNvSpPr>
          <p:nvPr/>
        </p:nvSpPr>
        <p:spPr>
          <a:xfrm xmlns:a="http://schemas.openxmlformats.org/drawingml/2006/main">
            <a:off x="8924925" y="20002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6</a:t>
            </a:r>
          </a:p>
        </p:txBody>
      </p:sp>
      <p:sp>
        <p:nvSpPr>
          <p:cNvPr id="26" name="received-cell-6">
            <a:extLst xmlns:a="http://schemas.openxmlformats.org/drawingml/2006/main">
              <a:ext uri="{FF2B5EF4-FFF2-40B4-BE49-F238E27FC236}">
                <a16:creationId xmlns:a16="http://schemas.microsoft.com/office/drawing/2014/main" id="{13BC1CE5-44FE-4D2E-88DB-AF518BBAB71F}"/>
              </a:ext>
            </a:extLst>
          </p:cNvPr>
          <p:cNvSpPr>
            <a:spLocks xmlns:a="http://schemas.openxmlformats.org/drawingml/2006/main" noGrp="1"/>
          </p:cNvSpPr>
          <p:nvPr/>
        </p:nvSpPr>
        <p:spPr>
          <a:xfrm xmlns:a="http://schemas.openxmlformats.org/drawingml/2006/main">
            <a:off x="8924925" y="2362200"/>
            <a:ext cx="1257300" cy="1257300"/>
          </a:xfrm>
          <a:prstGeom xmlns:a="http://schemas.openxmlformats.org/drawingml/2006/main" prst="roundRect">
            <a:avLst>
              <a:gd name="adj" fmla="val 9091"/>
            </a:avLst>
          </a:prstGeom>
          <a:solidFill xmlns:a="http://schemas.openxmlformats.org/drawingml/2006/main">
            <a:srgbClr val="FFE3E1"/>
          </a:solidFill>
          <a:ln xmlns:a="http://schemas.openxmlformats.org/drawingml/2006/main" w="9525">
            <a:solidFill>
              <a:srgbClr val="FF625E"/>
            </a:solidFill>
            <a:prstDash val="solid"/>
          </a:ln>
        </p:spPr>
      </p:sp>
      <p:sp>
        <p:nvSpPr>
          <p:cNvPr id="27" name="received-bit-6">
            <a:extLst xmlns:a="http://schemas.openxmlformats.org/drawingml/2006/main">
              <a:ext uri="{FF2B5EF4-FFF2-40B4-BE49-F238E27FC236}">
                <a16:creationId xmlns:a16="http://schemas.microsoft.com/office/drawing/2014/main" id="{528ADA1B-1FE9-459B-A2F3-E624C40EF82B}"/>
              </a:ext>
            </a:extLst>
          </p:cNvPr>
          <p:cNvSpPr>
            <a:spLocks xmlns:a="http://schemas.openxmlformats.org/drawingml/2006/main" noGrp="1"/>
          </p:cNvSpPr>
          <p:nvPr/>
        </p:nvSpPr>
        <p:spPr>
          <a:xfrm xmlns:a="http://schemas.openxmlformats.org/drawingml/2006/main">
            <a:off x="8924925" y="25908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FF625E"/>
                </a:solidFill>
                <a:latin typeface="Helvetica Neue"/>
                <a:ea typeface="Helvetica Neue"/>
                <a:cs typeface="Helvetica Neue"/>
              </a:defRPr>
            </a:pPr>
            <a:r>
              <a:rPr sz="3600" b="1" i="0">
                <a:solidFill>
                  <a:srgbClr val="FF625E"/>
                </a:solidFill>
                <a:latin typeface="Helvetica Neue"/>
                <a:ea typeface="Helvetica Neue"/>
                <a:cs typeface="Helvetica Neue"/>
              </a:rPr>
              <a:t>0</a:t>
            </a:r>
          </a:p>
        </p:txBody>
      </p:sp>
      <p:sp>
        <p:nvSpPr>
          <p:cNvPr id="28" name="received-role-6">
            <a:extLst xmlns:a="http://schemas.openxmlformats.org/drawingml/2006/main">
              <a:ext uri="{FF2B5EF4-FFF2-40B4-BE49-F238E27FC236}">
                <a16:creationId xmlns:a16="http://schemas.microsoft.com/office/drawing/2014/main" id="{4DEB1B7B-33A5-4A6B-8B69-CAAA318FBE5D}"/>
              </a:ext>
            </a:extLst>
          </p:cNvPr>
          <p:cNvSpPr>
            <a:spLocks xmlns:a="http://schemas.openxmlformats.org/drawingml/2006/main" noGrp="1"/>
          </p:cNvSpPr>
          <p:nvPr/>
        </p:nvSpPr>
        <p:spPr>
          <a:xfrm xmlns:a="http://schemas.openxmlformats.org/drawingml/2006/main">
            <a:off x="8867775" y="37623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3</a:t>
            </a:r>
          </a:p>
        </p:txBody>
      </p:sp>
      <p:sp>
        <p:nvSpPr>
          <p:cNvPr id="29" name="received-pos-7">
            <a:extLst xmlns:a="http://schemas.openxmlformats.org/drawingml/2006/main">
              <a:ext uri="{FF2B5EF4-FFF2-40B4-BE49-F238E27FC236}">
                <a16:creationId xmlns:a16="http://schemas.microsoft.com/office/drawing/2014/main" id="{C84F79B7-7BFB-41AB-B75B-52705FC1B565}"/>
              </a:ext>
            </a:extLst>
          </p:cNvPr>
          <p:cNvSpPr>
            <a:spLocks xmlns:a="http://schemas.openxmlformats.org/drawingml/2006/main" noGrp="1"/>
          </p:cNvSpPr>
          <p:nvPr/>
        </p:nvSpPr>
        <p:spPr>
          <a:xfrm xmlns:a="http://schemas.openxmlformats.org/drawingml/2006/main">
            <a:off x="10553700" y="2000250"/>
            <a:ext cx="1257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i="0">
                <a:solidFill>
                  <a:srgbClr val="59616D"/>
                </a:solidFill>
                <a:latin typeface="Helvetica Neue"/>
                <a:ea typeface="Helvetica Neue"/>
                <a:cs typeface="Helvetica Neue"/>
              </a:defRPr>
            </a:pPr>
            <a:r>
              <a:rPr sz="1350" b="1" i="0">
                <a:solidFill>
                  <a:srgbClr val="59616D"/>
                </a:solidFill>
                <a:latin typeface="Helvetica Neue"/>
                <a:ea typeface="Helvetica Neue"/>
                <a:cs typeface="Helvetica Neue"/>
              </a:rPr>
              <a:t>7</a:t>
            </a:r>
          </a:p>
        </p:txBody>
      </p:sp>
      <p:sp>
        <p:nvSpPr>
          <p:cNvPr id="30" name="received-cell-7">
            <a:extLst xmlns:a="http://schemas.openxmlformats.org/drawingml/2006/main">
              <a:ext uri="{FF2B5EF4-FFF2-40B4-BE49-F238E27FC236}">
                <a16:creationId xmlns:a16="http://schemas.microsoft.com/office/drawing/2014/main" id="{77A4DEDF-00D3-4A29-BBCB-E6513D4B8122}"/>
              </a:ext>
            </a:extLst>
          </p:cNvPr>
          <p:cNvSpPr>
            <a:spLocks xmlns:a="http://schemas.openxmlformats.org/drawingml/2006/main" noGrp="1"/>
          </p:cNvSpPr>
          <p:nvPr/>
        </p:nvSpPr>
        <p:spPr>
          <a:xfrm xmlns:a="http://schemas.openxmlformats.org/drawingml/2006/main">
            <a:off x="10553700" y="2362200"/>
            <a:ext cx="125730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000000"/>
            </a:solidFill>
            <a:prstDash val="solid"/>
          </a:ln>
        </p:spPr>
      </p:sp>
      <p:sp>
        <p:nvSpPr>
          <p:cNvPr id="31" name="received-bit-7">
            <a:extLst xmlns:a="http://schemas.openxmlformats.org/drawingml/2006/main">
              <a:ext uri="{FF2B5EF4-FFF2-40B4-BE49-F238E27FC236}">
                <a16:creationId xmlns:a16="http://schemas.microsoft.com/office/drawing/2014/main" id="{72A012C5-73EF-4FFB-B895-FB8F1B8A2D96}"/>
              </a:ext>
            </a:extLst>
          </p:cNvPr>
          <p:cNvSpPr>
            <a:spLocks xmlns:a="http://schemas.openxmlformats.org/drawingml/2006/main" noGrp="1"/>
          </p:cNvSpPr>
          <p:nvPr/>
        </p:nvSpPr>
        <p:spPr>
          <a:xfrm xmlns:a="http://schemas.openxmlformats.org/drawingml/2006/main">
            <a:off x="10553700" y="2590800"/>
            <a:ext cx="12573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1</a:t>
            </a:r>
          </a:p>
        </p:txBody>
      </p:sp>
      <p:sp>
        <p:nvSpPr>
          <p:cNvPr id="32" name="received-role-7">
            <a:extLst xmlns:a="http://schemas.openxmlformats.org/drawingml/2006/main">
              <a:ext uri="{FF2B5EF4-FFF2-40B4-BE49-F238E27FC236}">
                <a16:creationId xmlns:a16="http://schemas.microsoft.com/office/drawing/2014/main" id="{BF6FD514-3791-4803-AA07-75EEB3F30940}"/>
              </a:ext>
            </a:extLst>
          </p:cNvPr>
          <p:cNvSpPr>
            <a:spLocks xmlns:a="http://schemas.openxmlformats.org/drawingml/2006/main" noGrp="1"/>
          </p:cNvSpPr>
          <p:nvPr/>
        </p:nvSpPr>
        <p:spPr>
          <a:xfrm xmlns:a="http://schemas.openxmlformats.org/drawingml/2006/main">
            <a:off x="10496550" y="3762375"/>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i="0">
                <a:solidFill>
                  <a:srgbClr val="59616D"/>
                </a:solidFill>
                <a:latin typeface="Helvetica Neue"/>
                <a:ea typeface="Helvetica Neue"/>
                <a:cs typeface="Helvetica Neue"/>
              </a:defRPr>
            </a:pPr>
            <a:r>
              <a:rPr sz="1350" b="0" i="0">
                <a:solidFill>
                  <a:srgbClr val="59616D"/>
                </a:solidFill>
                <a:latin typeface="Helvetica Neue"/>
                <a:ea typeface="Helvetica Neue"/>
                <a:cs typeface="Helvetica Neue"/>
              </a:rPr>
              <a:t>data 4</a:t>
            </a:r>
          </a:p>
        </p:txBody>
      </p:sp>
      <p:sp>
        <p:nvSpPr>
          <p:cNvPr id="33" name="text">
            <a:extLst xmlns:a="http://schemas.openxmlformats.org/drawingml/2006/main">
              <a:ext uri="{FF2B5EF4-FFF2-40B4-BE49-F238E27FC236}">
                <a16:creationId xmlns:a16="http://schemas.microsoft.com/office/drawing/2014/main" id="{73EED6CA-0206-428A-B83C-2343E3B55F87}"/>
              </a:ext>
            </a:extLst>
          </p:cNvPr>
          <p:cNvSpPr>
            <a:spLocks xmlns:a="http://schemas.openxmlformats.org/drawingml/2006/main" noGrp="1"/>
          </p:cNvSpPr>
          <p:nvPr/>
        </p:nvSpPr>
        <p:spPr>
          <a:xfrm xmlns:a="http://schemas.openxmlformats.org/drawingml/2006/main">
            <a:off x="1809750" y="49339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i="0">
                <a:solidFill>
                  <a:srgbClr val="000000"/>
                </a:solidFill>
                <a:latin typeface="Helvetica Neue"/>
                <a:ea typeface="Helvetica Neue"/>
                <a:cs typeface="Helvetica Neue"/>
              </a:defRPr>
            </a:pPr>
            <a:r>
              <a:rPr sz="2325" b="1" i="0">
                <a:solidFill>
                  <a:srgbClr val="000000"/>
                </a:solidFill>
                <a:latin typeface="Helvetica Neue"/>
                <a:ea typeface="Helvetica Neue"/>
                <a:cs typeface="Helvetica Neue"/>
              </a:rPr>
              <a:t>Do not hunt by eye. Ask the same three parity questions.</a:t>
            </a:r>
          </a:p>
        </p:txBody>
      </p:sp>
      <p:sp>
        <p:nvSpPr>
          <p:cNvPr id="34" name="prompt-badge">
            <a:extLst xmlns:a="http://schemas.openxmlformats.org/drawingml/2006/main">
              <a:ext uri="{FF2B5EF4-FFF2-40B4-BE49-F238E27FC236}">
                <a16:creationId xmlns:a16="http://schemas.microsoft.com/office/drawing/2014/main" id="{9B751F12-83DB-4547-BAAA-6A73E395DD2A}"/>
              </a:ext>
            </a:extLst>
          </p:cNvPr>
          <p:cNvSpPr>
            <a:spLocks xmlns:a="http://schemas.openxmlformats.org/drawingml/2006/main" noGrp="1"/>
          </p:cNvSpPr>
          <p:nvPr/>
        </p:nvSpPr>
        <p:spPr>
          <a:xfrm xmlns:a="http://schemas.openxmlformats.org/drawingml/2006/main">
            <a:off x="4514850" y="5743575"/>
            <a:ext cx="3162300" cy="533400"/>
          </a:xfrm>
          <a:prstGeom xmlns:a="http://schemas.openxmlformats.org/drawingml/2006/main" prst="roundRect">
            <a:avLst>
              <a:gd name="adj" fmla="val 21429"/>
            </a:avLst>
          </a:prstGeom>
          <a:solidFill xmlns:a="http://schemas.openxmlformats.org/drawingml/2006/main">
            <a:srgbClr val="3D8DFF"/>
          </a:solidFill>
          <a:ln xmlns:a="http://schemas.openxmlformats.org/drawingml/2006/main" w="9525">
            <a:solidFill>
              <a:srgbClr val="3D8DFF"/>
            </a:solidFill>
            <a:prstDash val="solid"/>
          </a:ln>
        </p:spPr>
      </p:sp>
      <p:sp>
        <p:nvSpPr>
          <p:cNvPr id="35" name="prompt-badge-text">
            <a:extLst xmlns:a="http://schemas.openxmlformats.org/drawingml/2006/main">
              <a:ext uri="{FF2B5EF4-FFF2-40B4-BE49-F238E27FC236}">
                <a16:creationId xmlns:a16="http://schemas.microsoft.com/office/drawing/2014/main" id="{A572DA7C-CDEF-4091-9F0D-61CC4DABBF23}"/>
              </a:ext>
            </a:extLst>
          </p:cNvPr>
          <p:cNvSpPr>
            <a:spLocks xmlns:a="http://schemas.openxmlformats.org/drawingml/2006/main" noGrp="1"/>
          </p:cNvSpPr>
          <p:nvPr/>
        </p:nvSpPr>
        <p:spPr>
          <a:xfrm xmlns:a="http://schemas.openxmlformats.org/drawingml/2006/main">
            <a:off x="4667250" y="58578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FFFFFF"/>
                </a:solidFill>
                <a:latin typeface="Helvetica Neue"/>
                <a:ea typeface="Helvetica Neue"/>
                <a:cs typeface="Helvetica Neue"/>
              </a:defRPr>
            </a:pPr>
            <a:r>
              <a:rPr sz="1575" b="1" i="0">
                <a:solidFill>
                  <a:srgbClr val="FFFFFF"/>
                </a:solidFill>
                <a:latin typeface="Helvetica Neue"/>
                <a:ea typeface="Helvetica Neue"/>
                <a:cs typeface="Helvetica Neue"/>
              </a:rPr>
              <a:t>Q1?  Q2?  Q4?</a:t>
            </a:r>
          </a:p>
        </p:txBody>
      </p:sp>
    </p:spTree>
    <p:extLst>
      <p:ext uri="{BB962C8B-B14F-4D97-AF65-F5344CB8AC3E}">
        <p14:creationId xmlns:p14="http://schemas.microsoft.com/office/powerpoint/2010/main" val="129974773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24">
            <a:extLst xmlns:a="http://schemas.openxmlformats.org/drawingml/2006/main">
              <a:ext uri="{FF2B5EF4-FFF2-40B4-BE49-F238E27FC236}">
                <a16:creationId xmlns:a16="http://schemas.microsoft.com/office/drawing/2014/main" id="{CD0AA2DF-D418-4512-AC6A-4A5E7F15F104}"/>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THE SYNDROME</a:t>
            </a:r>
          </a:p>
        </p:txBody>
      </p:sp>
      <p:sp>
        <p:nvSpPr>
          <p:cNvPr id="2" name="title-24">
            <a:extLst xmlns:a="http://schemas.openxmlformats.org/drawingml/2006/main">
              <a:ext uri="{FF2B5EF4-FFF2-40B4-BE49-F238E27FC236}">
                <a16:creationId xmlns:a16="http://schemas.microsoft.com/office/drawing/2014/main" id="{37D8F291-BD89-4BB0-BCCD-9A10EC60106F}"/>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000000"/>
                </a:solidFill>
                <a:latin typeface="Helvetica Neue"/>
                <a:ea typeface="Helvetica Neue"/>
                <a:cs typeface="Helvetica Neue"/>
              </a:defRPr>
            </a:pPr>
            <a:r>
              <a:rPr sz="3450" b="1" i="0">
                <a:solidFill>
                  <a:srgbClr val="000000"/>
                </a:solidFill>
                <a:latin typeface="Helvetica Neue"/>
                <a:ea typeface="Helvetica Neue"/>
                <a:cs typeface="Helvetica Neue"/>
              </a:rPr>
              <a:t>Why the failed questions spell the error address</a:t>
            </a:r>
          </a:p>
        </p:txBody>
      </p:sp>
      <p:cxnSp>
        <p:nvCxnSpPr>
          <p:cNvPr id="16"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24">
            <a:extLst xmlns:a="http://schemas.openxmlformats.org/drawingml/2006/main">
              <a:ext uri="{FF2B5EF4-FFF2-40B4-BE49-F238E27FC236}">
                <a16:creationId xmlns:a16="http://schemas.microsoft.com/office/drawing/2014/main" id="{3932C78E-791E-4EB8-B83E-4012C7507510}"/>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24</a:t>
            </a:r>
          </a:p>
        </p:txBody>
      </p:sp>
      <p:sp>
        <p:nvSpPr>
          <p:cNvPr id="5" name="text">
            <a:extLst xmlns:a="http://schemas.openxmlformats.org/drawingml/2006/main">
              <a:ext uri="{FF2B5EF4-FFF2-40B4-BE49-F238E27FC236}">
                <a16:creationId xmlns:a16="http://schemas.microsoft.com/office/drawing/2014/main" id="{E5AC9AFC-B68F-4481-8512-933486CE4228}"/>
              </a:ext>
            </a:extLst>
          </p:cNvPr>
          <p:cNvSpPr>
            <a:spLocks xmlns:a="http://schemas.openxmlformats.org/drawingml/2006/main" noGrp="1"/>
          </p:cNvSpPr>
          <p:nvPr/>
        </p:nvSpPr>
        <p:spPr>
          <a:xfrm xmlns:a="http://schemas.openxmlformats.org/drawingml/2006/main">
            <a:off x="857250" y="21336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6DCBF4"/>
                </a:solidFill>
                <a:latin typeface="Helvetica Neue"/>
                <a:ea typeface="Helvetica Neue"/>
                <a:cs typeface="Helvetica Neue"/>
              </a:defRPr>
            </a:pPr>
            <a:r>
              <a:rPr sz="2250" b="1" i="0">
                <a:solidFill>
                  <a:srgbClr val="6DCBF4"/>
                </a:solidFill>
                <a:latin typeface="Helvetica Neue"/>
                <a:ea typeface="Helvetica Neue"/>
                <a:cs typeface="Helvetica Neue"/>
              </a:rPr>
              <a:t>Q1</a:t>
            </a:r>
          </a:p>
        </p:txBody>
      </p:sp>
      <p:sp>
        <p:nvSpPr>
          <p:cNvPr id="6" name="text">
            <a:extLst xmlns:a="http://schemas.openxmlformats.org/drawingml/2006/main">
              <a:ext uri="{FF2B5EF4-FFF2-40B4-BE49-F238E27FC236}">
                <a16:creationId xmlns:a16="http://schemas.microsoft.com/office/drawing/2014/main" id="{421A95FB-DA16-400B-A611-25F18DFB6EA7}"/>
              </a:ext>
            </a:extLst>
          </p:cNvPr>
          <p:cNvSpPr>
            <a:spLocks xmlns:a="http://schemas.openxmlformats.org/drawingml/2006/main" noGrp="1"/>
          </p:cNvSpPr>
          <p:nvPr/>
        </p:nvSpPr>
        <p:spPr>
          <a:xfrm xmlns:a="http://schemas.openxmlformats.org/drawingml/2006/main">
            <a:off x="857250" y="27622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700" b="1" i="0">
                <a:solidFill>
                  <a:srgbClr val="158F63"/>
                </a:solidFill>
                <a:latin typeface="Helvetica Neue"/>
                <a:ea typeface="Helvetica Neue"/>
                <a:cs typeface="Helvetica Neue"/>
              </a:defRPr>
            </a:pPr>
            <a:r>
              <a:rPr sz="2700" b="1" i="0">
                <a:solidFill>
                  <a:srgbClr val="158F63"/>
                </a:solidFill>
                <a:latin typeface="Helvetica Neue"/>
                <a:ea typeface="Helvetica Neue"/>
                <a:cs typeface="Helvetica Neue"/>
              </a:rPr>
              <a:t>PASS → 0</a:t>
            </a:r>
          </a:p>
        </p:txBody>
      </p:sp>
      <p:sp>
        <p:nvSpPr>
          <p:cNvPr id="7" name="text">
            <a:extLst xmlns:a="http://schemas.openxmlformats.org/drawingml/2006/main">
              <a:ext uri="{FF2B5EF4-FFF2-40B4-BE49-F238E27FC236}">
                <a16:creationId xmlns:a16="http://schemas.microsoft.com/office/drawing/2014/main" id="{B8EE4F3C-44AE-47CB-8E02-8C0B8FCF459A}"/>
              </a:ext>
            </a:extLst>
          </p:cNvPr>
          <p:cNvSpPr>
            <a:spLocks xmlns:a="http://schemas.openxmlformats.org/drawingml/2006/main" noGrp="1"/>
          </p:cNvSpPr>
          <p:nvPr/>
        </p:nvSpPr>
        <p:spPr>
          <a:xfrm xmlns:a="http://schemas.openxmlformats.org/drawingml/2006/main">
            <a:off x="4905375" y="21336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3D8DFF"/>
                </a:solidFill>
                <a:latin typeface="Helvetica Neue"/>
                <a:ea typeface="Helvetica Neue"/>
                <a:cs typeface="Helvetica Neue"/>
              </a:defRPr>
            </a:pPr>
            <a:r>
              <a:rPr sz="2250" b="1" i="0">
                <a:solidFill>
                  <a:srgbClr val="3D8DFF"/>
                </a:solidFill>
                <a:latin typeface="Helvetica Neue"/>
                <a:ea typeface="Helvetica Neue"/>
                <a:cs typeface="Helvetica Neue"/>
              </a:rPr>
              <a:t>Q2</a:t>
            </a:r>
          </a:p>
        </p:txBody>
      </p:sp>
      <p:sp>
        <p:nvSpPr>
          <p:cNvPr id="8" name="text">
            <a:extLst xmlns:a="http://schemas.openxmlformats.org/drawingml/2006/main">
              <a:ext uri="{FF2B5EF4-FFF2-40B4-BE49-F238E27FC236}">
                <a16:creationId xmlns:a16="http://schemas.microsoft.com/office/drawing/2014/main" id="{F0E14533-DA59-43FB-87D9-72CBBF4488EB}"/>
              </a:ext>
            </a:extLst>
          </p:cNvPr>
          <p:cNvSpPr>
            <a:spLocks xmlns:a="http://schemas.openxmlformats.org/drawingml/2006/main" noGrp="1"/>
          </p:cNvSpPr>
          <p:nvPr/>
        </p:nvSpPr>
        <p:spPr>
          <a:xfrm xmlns:a="http://schemas.openxmlformats.org/drawingml/2006/main">
            <a:off x="4905375" y="27622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700" b="1" i="0">
                <a:solidFill>
                  <a:srgbClr val="FF625E"/>
                </a:solidFill>
                <a:latin typeface="Helvetica Neue"/>
                <a:ea typeface="Helvetica Neue"/>
                <a:cs typeface="Helvetica Neue"/>
              </a:defRPr>
            </a:pPr>
            <a:r>
              <a:rPr sz="2700" b="1" i="0">
                <a:solidFill>
                  <a:srgbClr val="FF625E"/>
                </a:solidFill>
                <a:latin typeface="Helvetica Neue"/>
                <a:ea typeface="Helvetica Neue"/>
                <a:cs typeface="Helvetica Neue"/>
              </a:rPr>
              <a:t>FAIL → 2</a:t>
            </a:r>
          </a:p>
        </p:txBody>
      </p:sp>
      <p:sp>
        <p:nvSpPr>
          <p:cNvPr id="9" name="text">
            <a:extLst xmlns:a="http://schemas.openxmlformats.org/drawingml/2006/main">
              <a:ext uri="{FF2B5EF4-FFF2-40B4-BE49-F238E27FC236}">
                <a16:creationId xmlns:a16="http://schemas.microsoft.com/office/drawing/2014/main" id="{64DF67B6-4F22-410D-88F7-7F4AD59D92F5}"/>
              </a:ext>
            </a:extLst>
          </p:cNvPr>
          <p:cNvSpPr>
            <a:spLocks xmlns:a="http://schemas.openxmlformats.org/drawingml/2006/main" noGrp="1"/>
          </p:cNvSpPr>
          <p:nvPr/>
        </p:nvSpPr>
        <p:spPr>
          <a:xfrm xmlns:a="http://schemas.openxmlformats.org/drawingml/2006/main">
            <a:off x="8953500" y="213360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7B61FF"/>
                </a:solidFill>
                <a:latin typeface="Helvetica Neue"/>
                <a:ea typeface="Helvetica Neue"/>
                <a:cs typeface="Helvetica Neue"/>
              </a:defRPr>
            </a:pPr>
            <a:r>
              <a:rPr sz="2250" b="1" i="0">
                <a:solidFill>
                  <a:srgbClr val="7B61FF"/>
                </a:solidFill>
                <a:latin typeface="Helvetica Neue"/>
                <a:ea typeface="Helvetica Neue"/>
                <a:cs typeface="Helvetica Neue"/>
              </a:rPr>
              <a:t>Q4</a:t>
            </a:r>
          </a:p>
        </p:txBody>
      </p:sp>
      <p:sp>
        <p:nvSpPr>
          <p:cNvPr id="10" name="text">
            <a:extLst xmlns:a="http://schemas.openxmlformats.org/drawingml/2006/main">
              <a:ext uri="{FF2B5EF4-FFF2-40B4-BE49-F238E27FC236}">
                <a16:creationId xmlns:a16="http://schemas.microsoft.com/office/drawing/2014/main" id="{F8596616-AA23-4F6D-9A51-4007A3779795}"/>
              </a:ext>
            </a:extLst>
          </p:cNvPr>
          <p:cNvSpPr>
            <a:spLocks xmlns:a="http://schemas.openxmlformats.org/drawingml/2006/main" noGrp="1"/>
          </p:cNvSpPr>
          <p:nvPr/>
        </p:nvSpPr>
        <p:spPr>
          <a:xfrm xmlns:a="http://schemas.openxmlformats.org/drawingml/2006/main">
            <a:off x="8953500" y="27622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700" b="1" i="0">
                <a:solidFill>
                  <a:srgbClr val="FF625E"/>
                </a:solidFill>
                <a:latin typeface="Helvetica Neue"/>
                <a:ea typeface="Helvetica Neue"/>
                <a:cs typeface="Helvetica Neue"/>
              </a:defRPr>
            </a:pPr>
            <a:r>
              <a:rPr sz="2700" b="1" i="0">
                <a:solidFill>
                  <a:srgbClr val="FF625E"/>
                </a:solidFill>
                <a:latin typeface="Helvetica Neue"/>
                <a:ea typeface="Helvetica Neue"/>
                <a:cs typeface="Helvetica Neue"/>
              </a:rPr>
              <a:t>FAIL → 4</a:t>
            </a:r>
          </a:p>
        </p:txBody>
      </p:sp>
      <p:cxnSp>
        <p:nvCxnSpPr>
          <p:cNvPr id="24" name=""/>
          <p:cNvCxnSpPr/>
          <p:nvPr/>
        </p:nvCxnSpPr>
        <p:spPr>
          <a:xfrm xmlns:a="http://schemas.openxmlformats.org/drawingml/2006/main">
            <a:off x="1428750" y="3781425"/>
            <a:ext cx="9334500" cy="953"/>
          </a:xfrm>
          <a:prstGeom xmlns:a="http://schemas.openxmlformats.org/drawingml/2006/main" prst="straightConnector1">
            <a:avLst/>
          </a:prstGeom>
          <a:ln xmlns:a="http://schemas.openxmlformats.org/drawingml/2006/main" w="19050">
            <a:solidFill>
              <a:srgbClr val="B8BCC4"/>
            </a:solidFill>
            <a:prstDash val="solid"/>
          </a:ln>
        </p:spPr>
      </p:cxnSp>
      <p:sp>
        <p:nvSpPr>
          <p:cNvPr id="12" name="text">
            <a:extLst xmlns:a="http://schemas.openxmlformats.org/drawingml/2006/main">
              <a:ext uri="{FF2B5EF4-FFF2-40B4-BE49-F238E27FC236}">
                <a16:creationId xmlns:a16="http://schemas.microsoft.com/office/drawing/2014/main" id="{069B4FD0-0581-4BF9-80CD-F6E78EB46013}"/>
              </a:ext>
            </a:extLst>
          </p:cNvPr>
          <p:cNvSpPr>
            <a:spLocks xmlns:a="http://schemas.openxmlformats.org/drawingml/2006/main" noGrp="1"/>
          </p:cNvSpPr>
          <p:nvPr/>
        </p:nvSpPr>
        <p:spPr>
          <a:xfrm xmlns:a="http://schemas.openxmlformats.org/drawingml/2006/main">
            <a:off x="2095500" y="4171950"/>
            <a:ext cx="8001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3D8DFF"/>
                </a:solidFill>
                <a:latin typeface="Helvetica Neue"/>
                <a:ea typeface="Helvetica Neue"/>
                <a:cs typeface="Helvetica Neue"/>
              </a:defRPr>
            </a:pPr>
            <a:r>
              <a:rPr sz="3600" b="1" i="0">
                <a:solidFill>
                  <a:srgbClr val="3D8DFF"/>
                </a:solidFill>
                <a:latin typeface="Helvetica Neue"/>
                <a:ea typeface="Helvetica Neue"/>
                <a:cs typeface="Helvetica Neue"/>
              </a:rPr>
              <a:t>answers 110₂ = 4 + 2 = 6</a:t>
            </a:r>
          </a:p>
        </p:txBody>
      </p:sp>
      <p:sp>
        <p:nvSpPr>
          <p:cNvPr id="13" name="text">
            <a:extLst xmlns:a="http://schemas.openxmlformats.org/drawingml/2006/main">
              <a:ext uri="{FF2B5EF4-FFF2-40B4-BE49-F238E27FC236}">
                <a16:creationId xmlns:a16="http://schemas.microsoft.com/office/drawing/2014/main" id="{3757F189-BC39-4982-8DF2-064E6A3545A5}"/>
              </a:ext>
            </a:extLst>
          </p:cNvPr>
          <p:cNvSpPr>
            <a:spLocks xmlns:a="http://schemas.openxmlformats.org/drawingml/2006/main" noGrp="1"/>
          </p:cNvSpPr>
          <p:nvPr/>
        </p:nvSpPr>
        <p:spPr>
          <a:xfrm xmlns:a="http://schemas.openxmlformats.org/drawingml/2006/main">
            <a:off x="2286000" y="5391150"/>
            <a:ext cx="762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250" b="1" i="0">
                <a:solidFill>
                  <a:srgbClr val="000000"/>
                </a:solidFill>
                <a:latin typeface="Helvetica Neue"/>
                <a:ea typeface="Helvetica Neue"/>
                <a:cs typeface="Helvetica Neue"/>
              </a:defRPr>
            </a:pPr>
            <a:r>
              <a:rPr sz="2250" b="1" i="0">
                <a:solidFill>
                  <a:srgbClr val="000000"/>
                </a:solidFill>
                <a:latin typeface="Helvetica Neue"/>
                <a:ea typeface="Helvetica Neue"/>
                <a:cs typeface="Helvetica Neue"/>
              </a:rPr>
              <a:t>The error reproduces the fingerprint of its position.</a:t>
            </a:r>
          </a:p>
        </p:txBody>
      </p:sp>
    </p:spTree>
    <p:extLst>
      <p:ext uri="{BB962C8B-B14F-4D97-AF65-F5344CB8AC3E}">
        <p14:creationId xmlns:p14="http://schemas.microsoft.com/office/powerpoint/2010/main" val="90745042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25">
            <a:extLst xmlns:a="http://schemas.openxmlformats.org/drawingml/2006/main">
              <a:ext uri="{FF2B5EF4-FFF2-40B4-BE49-F238E27FC236}">
                <a16:creationId xmlns:a16="http://schemas.microsoft.com/office/drawing/2014/main" id="{FED0C33A-BD8C-4A8B-A4B9-8B62601D5E89}"/>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CORRECTION IS THE INVERSE</a:t>
            </a:r>
          </a:p>
        </p:txBody>
      </p:sp>
      <p:sp>
        <p:nvSpPr>
          <p:cNvPr id="2" name="title-25">
            <a:extLst xmlns:a="http://schemas.openxmlformats.org/drawingml/2006/main">
              <a:ext uri="{FF2B5EF4-FFF2-40B4-BE49-F238E27FC236}">
                <a16:creationId xmlns:a16="http://schemas.microsoft.com/office/drawing/2014/main" id="{DE7BBE85-9B96-4679-AE56-089FE38DD79F}"/>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Why one flip repairs the word</a:t>
            </a:r>
          </a:p>
        </p:txBody>
      </p:sp>
      <p:cxnSp>
        <p:nvCxnSpPr>
          <p:cNvPr id="15"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25">
            <a:extLst xmlns:a="http://schemas.openxmlformats.org/drawingml/2006/main">
              <a:ext uri="{FF2B5EF4-FFF2-40B4-BE49-F238E27FC236}">
                <a16:creationId xmlns:a16="http://schemas.microsoft.com/office/drawing/2014/main" id="{05D0A5B5-24CF-44F9-BB6E-1306BD0FF8E3}"/>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25</a:t>
            </a:r>
          </a:p>
        </p:txBody>
      </p:sp>
      <p:sp>
        <p:nvSpPr>
          <p:cNvPr id="5" name="text">
            <a:extLst xmlns:a="http://schemas.openxmlformats.org/drawingml/2006/main">
              <a:ext uri="{FF2B5EF4-FFF2-40B4-BE49-F238E27FC236}">
                <a16:creationId xmlns:a16="http://schemas.microsoft.com/office/drawing/2014/main" id="{7DB66ACC-FB4D-439F-A567-90DCF5333C36}"/>
              </a:ext>
            </a:extLst>
          </p:cNvPr>
          <p:cNvSpPr>
            <a:spLocks xmlns:a="http://schemas.openxmlformats.org/drawingml/2006/main" noGrp="1"/>
          </p:cNvSpPr>
          <p:nvPr/>
        </p:nvSpPr>
        <p:spPr>
          <a:xfrm xmlns:a="http://schemas.openxmlformats.org/drawingml/2006/main">
            <a:off x="619125" y="238125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FF625E"/>
                </a:solidFill>
                <a:latin typeface="Helvetica Neue"/>
                <a:ea typeface="Helvetica Neue"/>
                <a:cs typeface="Helvetica Neue"/>
              </a:defRPr>
            </a:pPr>
            <a:r>
              <a:rPr sz="2550" b="1" i="0">
                <a:solidFill>
                  <a:srgbClr val="FF625E"/>
                </a:solidFill>
                <a:latin typeface="Helvetica Neue"/>
                <a:ea typeface="Helvetica Neue"/>
                <a:cs typeface="Helvetica Neue"/>
              </a:rPr>
              <a:t>flip at position 6</a:t>
            </a:r>
          </a:p>
        </p:txBody>
      </p:sp>
      <p:sp>
        <p:nvSpPr>
          <p:cNvPr id="6" name="text">
            <a:extLst xmlns:a="http://schemas.openxmlformats.org/drawingml/2006/main">
              <a:ext uri="{FF2B5EF4-FFF2-40B4-BE49-F238E27FC236}">
                <a16:creationId xmlns:a16="http://schemas.microsoft.com/office/drawing/2014/main" id="{067431EA-7F7E-4D99-BF08-BC7DAC434A75}"/>
              </a:ext>
            </a:extLst>
          </p:cNvPr>
          <p:cNvSpPr>
            <a:spLocks xmlns:a="http://schemas.openxmlformats.org/drawingml/2006/main" noGrp="1"/>
          </p:cNvSpPr>
          <p:nvPr/>
        </p:nvSpPr>
        <p:spPr>
          <a:xfrm xmlns:a="http://schemas.openxmlformats.org/drawingml/2006/main">
            <a:off x="4095750" y="2324100"/>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900" b="1" i="0">
                <a:solidFill>
                  <a:srgbClr val="3D8DFF"/>
                </a:solidFill>
                <a:latin typeface="Helvetica Neue"/>
                <a:ea typeface="Helvetica Neue"/>
                <a:cs typeface="Helvetica Neue"/>
              </a:defRPr>
            </a:pPr>
            <a:r>
              <a:rPr sz="3900" b="1" i="0">
                <a:solidFill>
                  <a:srgbClr val="3D8DFF"/>
                </a:solidFill>
                <a:latin typeface="Helvetica Neue"/>
                <a:ea typeface="Helvetica Neue"/>
                <a:cs typeface="Helvetica Neue"/>
              </a:rPr>
              <a:t>→</a:t>
            </a:r>
          </a:p>
        </p:txBody>
      </p:sp>
      <p:sp>
        <p:nvSpPr>
          <p:cNvPr id="7" name="text">
            <a:extLst xmlns:a="http://schemas.openxmlformats.org/drawingml/2006/main">
              <a:ext uri="{FF2B5EF4-FFF2-40B4-BE49-F238E27FC236}">
                <a16:creationId xmlns:a16="http://schemas.microsoft.com/office/drawing/2014/main" id="{CCE1A19B-4DB3-4924-8C9A-ED933BF1275D}"/>
              </a:ext>
            </a:extLst>
          </p:cNvPr>
          <p:cNvSpPr>
            <a:spLocks xmlns:a="http://schemas.openxmlformats.org/drawingml/2006/main" noGrp="1"/>
          </p:cNvSpPr>
          <p:nvPr/>
        </p:nvSpPr>
        <p:spPr>
          <a:xfrm xmlns:a="http://schemas.openxmlformats.org/drawingml/2006/main">
            <a:off x="5095875" y="2381250"/>
            <a:ext cx="342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3D8DFF"/>
                </a:solidFill>
                <a:latin typeface="Helvetica Neue"/>
                <a:ea typeface="Helvetica Neue"/>
                <a:cs typeface="Helvetica Neue"/>
              </a:defRPr>
            </a:pPr>
            <a:r>
              <a:rPr sz="2550" b="1" i="0">
                <a:solidFill>
                  <a:srgbClr val="3D8DFF"/>
                </a:solidFill>
                <a:latin typeface="Helvetica Neue"/>
                <a:ea typeface="Helvetica Neue"/>
                <a:cs typeface="Helvetica Neue"/>
              </a:rPr>
              <a:t>syndrome points to 6</a:t>
            </a:r>
          </a:p>
        </p:txBody>
      </p:sp>
      <p:sp>
        <p:nvSpPr>
          <p:cNvPr id="8" name="text">
            <a:extLst xmlns:a="http://schemas.openxmlformats.org/drawingml/2006/main">
              <a:ext uri="{FF2B5EF4-FFF2-40B4-BE49-F238E27FC236}">
                <a16:creationId xmlns:a16="http://schemas.microsoft.com/office/drawing/2014/main" id="{375391B1-DB46-4A6E-AE98-B48CA7B92390}"/>
              </a:ext>
            </a:extLst>
          </p:cNvPr>
          <p:cNvSpPr>
            <a:spLocks xmlns:a="http://schemas.openxmlformats.org/drawingml/2006/main" noGrp="1"/>
          </p:cNvSpPr>
          <p:nvPr/>
        </p:nvSpPr>
        <p:spPr>
          <a:xfrm xmlns:a="http://schemas.openxmlformats.org/drawingml/2006/main">
            <a:off x="8667750" y="2324100"/>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900" b="1" i="0">
                <a:solidFill>
                  <a:srgbClr val="3D8DFF"/>
                </a:solidFill>
                <a:latin typeface="Helvetica Neue"/>
                <a:ea typeface="Helvetica Neue"/>
                <a:cs typeface="Helvetica Neue"/>
              </a:defRPr>
            </a:pPr>
            <a:r>
              <a:rPr sz="3900" b="1" i="0">
                <a:solidFill>
                  <a:srgbClr val="3D8DFF"/>
                </a:solidFill>
                <a:latin typeface="Helvetica Neue"/>
                <a:ea typeface="Helvetica Neue"/>
                <a:cs typeface="Helvetica Neue"/>
              </a:rPr>
              <a:t>→</a:t>
            </a:r>
          </a:p>
        </p:txBody>
      </p:sp>
      <p:sp>
        <p:nvSpPr>
          <p:cNvPr id="9" name="text">
            <a:extLst xmlns:a="http://schemas.openxmlformats.org/drawingml/2006/main">
              <a:ext uri="{FF2B5EF4-FFF2-40B4-BE49-F238E27FC236}">
                <a16:creationId xmlns:a16="http://schemas.microsoft.com/office/drawing/2014/main" id="{77AA676E-0F24-4D68-8B66-F96CE4248B9A}"/>
              </a:ext>
            </a:extLst>
          </p:cNvPr>
          <p:cNvSpPr>
            <a:spLocks xmlns:a="http://schemas.openxmlformats.org/drawingml/2006/main" noGrp="1"/>
          </p:cNvSpPr>
          <p:nvPr/>
        </p:nvSpPr>
        <p:spPr>
          <a:xfrm xmlns:a="http://schemas.openxmlformats.org/drawingml/2006/main">
            <a:off x="9620250" y="23812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158F63"/>
                </a:solidFill>
                <a:latin typeface="Helvetica Neue"/>
                <a:ea typeface="Helvetica Neue"/>
                <a:cs typeface="Helvetica Neue"/>
              </a:defRPr>
            </a:pPr>
            <a:r>
              <a:rPr sz="2550" b="1" i="0">
                <a:solidFill>
                  <a:srgbClr val="158F63"/>
                </a:solidFill>
                <a:latin typeface="Helvetica Neue"/>
                <a:ea typeface="Helvetica Neue"/>
                <a:cs typeface="Helvetica Neue"/>
              </a:rPr>
              <a:t>flip 6 back</a:t>
            </a:r>
          </a:p>
        </p:txBody>
      </p:sp>
      <p:cxnSp>
        <p:nvCxnSpPr>
          <p:cNvPr id="22" name=""/>
          <p:cNvCxnSpPr/>
          <p:nvPr/>
        </p:nvCxnSpPr>
        <p:spPr>
          <a:xfrm xmlns:a="http://schemas.openxmlformats.org/drawingml/2006/main">
            <a:off x="1238250" y="3619500"/>
            <a:ext cx="9715500" cy="953"/>
          </a:xfrm>
          <a:prstGeom xmlns:a="http://schemas.openxmlformats.org/drawingml/2006/main" prst="straightConnector1">
            <a:avLst/>
          </a:prstGeom>
          <a:ln xmlns:a="http://schemas.openxmlformats.org/drawingml/2006/main" w="19050">
            <a:solidFill>
              <a:srgbClr val="B8BCC4"/>
            </a:solidFill>
            <a:prstDash val="solid"/>
          </a:ln>
        </p:spPr>
      </p:cxnSp>
      <p:sp>
        <p:nvSpPr>
          <p:cNvPr id="11" name="text">
            <a:extLst xmlns:a="http://schemas.openxmlformats.org/drawingml/2006/main">
              <a:ext uri="{FF2B5EF4-FFF2-40B4-BE49-F238E27FC236}">
                <a16:creationId xmlns:a16="http://schemas.microsoft.com/office/drawing/2014/main" id="{FA6BA99E-7FA7-45C2-8DA7-74FD24E6224A}"/>
              </a:ext>
            </a:extLst>
          </p:cNvPr>
          <p:cNvSpPr>
            <a:spLocks xmlns:a="http://schemas.openxmlformats.org/drawingml/2006/main" noGrp="1"/>
          </p:cNvSpPr>
          <p:nvPr/>
        </p:nvSpPr>
        <p:spPr>
          <a:xfrm xmlns:a="http://schemas.openxmlformats.org/drawingml/2006/main">
            <a:off x="1905000" y="4105275"/>
            <a:ext cx="8382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72"/>
          </a:bodyPr>
          <a:lstStyle xmlns:a="http://schemas.openxmlformats.org/drawingml/2006/main"/>
          <a:p xmlns:a="http://schemas.openxmlformats.org/drawingml/2006/main">
            <a:pPr algn="ctr">
              <a:defRPr sz="2775" b="1" i="0">
                <a:solidFill>
                  <a:srgbClr val="000000"/>
                </a:solidFill>
                <a:latin typeface="Helvetica Neue"/>
                <a:ea typeface="Helvetica Neue"/>
                <a:cs typeface="Helvetica Neue"/>
              </a:defRPr>
            </a:pPr>
            <a:r>
              <a:rPr sz="2775" b="1" i="0">
                <a:solidFill>
                  <a:srgbClr val="000000"/>
                </a:solidFill>
                <a:latin typeface="Helvetica Neue"/>
                <a:ea typeface="Helvetica Neue"/>
                <a:cs typeface="Helvetica Neue"/>
              </a:rPr>
              <a:t>The second flip toggles the same checks back to even.</a:t>
            </a:r>
          </a:p>
        </p:txBody>
      </p:sp>
      <p:sp>
        <p:nvSpPr>
          <p:cNvPr id="12" name="text">
            <a:extLst xmlns:a="http://schemas.openxmlformats.org/drawingml/2006/main">
              <a:ext uri="{FF2B5EF4-FFF2-40B4-BE49-F238E27FC236}">
                <a16:creationId xmlns:a16="http://schemas.microsoft.com/office/drawing/2014/main" id="{D5CB5982-5520-4065-A179-943BABC37736}"/>
              </a:ext>
            </a:extLst>
          </p:cNvPr>
          <p:cNvSpPr>
            <a:spLocks xmlns:a="http://schemas.openxmlformats.org/drawingml/2006/main" noGrp="1"/>
          </p:cNvSpPr>
          <p:nvPr/>
        </p:nvSpPr>
        <p:spPr>
          <a:xfrm xmlns:a="http://schemas.openxmlformats.org/drawingml/2006/main">
            <a:off x="2000250" y="5248275"/>
            <a:ext cx="819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0" i="0">
                <a:solidFill>
                  <a:srgbClr val="59616D"/>
                </a:solidFill>
                <a:latin typeface="Helvetica Neue"/>
                <a:ea typeface="Helvetica Neue"/>
                <a:cs typeface="Helvetica Neue"/>
              </a:defRPr>
            </a:pPr>
            <a:r>
              <a:rPr sz="2175" b="0" i="0">
                <a:solidFill>
                  <a:srgbClr val="59616D"/>
                </a:solidFill>
                <a:latin typeface="Helvetica Neue"/>
                <a:ea typeface="Helvetica Neue"/>
                <a:cs typeface="Helvetica Neue"/>
              </a:rPr>
              <a:t>Repair first. Then read the message from positions 3, 5, 6, 7.</a:t>
            </a:r>
          </a:p>
        </p:txBody>
      </p:sp>
    </p:spTree>
    <p:extLst>
      <p:ext uri="{BB962C8B-B14F-4D97-AF65-F5344CB8AC3E}">
        <p14:creationId xmlns:p14="http://schemas.microsoft.com/office/powerpoint/2010/main" val="2066791935"/>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ection-26">
            <a:extLst xmlns:a="http://schemas.openxmlformats.org/drawingml/2006/main">
              <a:ext uri="{FF2B5EF4-FFF2-40B4-BE49-F238E27FC236}">
                <a16:creationId xmlns:a16="http://schemas.microsoft.com/office/drawing/2014/main" id="{EB04EC33-57D7-4865-BDF8-9DF5B3F58B64}"/>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REPAIR RACE</a:t>
            </a:r>
          </a:p>
        </p:txBody>
      </p:sp>
      <p:sp>
        <p:nvSpPr>
          <p:cNvPr id="2" name="title-26">
            <a:extLst xmlns:a="http://schemas.openxmlformats.org/drawingml/2006/main">
              <a:ext uri="{FF2B5EF4-FFF2-40B4-BE49-F238E27FC236}">
                <a16:creationId xmlns:a16="http://schemas.microsoft.com/office/drawing/2014/main" id="{7A3497CB-AFD8-4A05-994F-631604E8CB53}"/>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Two packets, same logic</a:t>
            </a:r>
          </a:p>
        </p:txBody>
      </p:sp>
      <p:cxnSp>
        <p:nvCxnSpPr>
          <p:cNvPr id="18"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26">
            <a:extLst xmlns:a="http://schemas.openxmlformats.org/drawingml/2006/main">
              <a:ext uri="{FF2B5EF4-FFF2-40B4-BE49-F238E27FC236}">
                <a16:creationId xmlns:a16="http://schemas.microsoft.com/office/drawing/2014/main" id="{05DC8FF2-60AE-405B-B7FC-53464597B8E8}"/>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26</a:t>
            </a:r>
          </a:p>
        </p:txBody>
      </p:sp>
      <p:sp>
        <p:nvSpPr>
          <p:cNvPr id="5" name="text">
            <a:extLst xmlns:a="http://schemas.openxmlformats.org/drawingml/2006/main">
              <a:ext uri="{FF2B5EF4-FFF2-40B4-BE49-F238E27FC236}">
                <a16:creationId xmlns:a16="http://schemas.microsoft.com/office/drawing/2014/main" id="{B17BE633-0FA3-470B-969B-25AF092C151A}"/>
              </a:ext>
            </a:extLst>
          </p:cNvPr>
          <p:cNvSpPr>
            <a:spLocks xmlns:a="http://schemas.openxmlformats.org/drawingml/2006/main" noGrp="1"/>
          </p:cNvSpPr>
          <p:nvPr/>
        </p:nvSpPr>
        <p:spPr>
          <a:xfrm xmlns:a="http://schemas.openxmlformats.org/drawingml/2006/main">
            <a:off x="400050" y="2019300"/>
            <a:ext cx="219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75" b="1" i="0">
                <a:solidFill>
                  <a:srgbClr val="3D8DFF"/>
                </a:solidFill>
                <a:latin typeface="Helvetica Neue"/>
                <a:ea typeface="Helvetica Neue"/>
                <a:cs typeface="Helvetica Neue"/>
              </a:defRPr>
            </a:pPr>
            <a:r>
              <a:rPr sz="2475" b="1" i="0">
                <a:solidFill>
                  <a:srgbClr val="3D8DFF"/>
                </a:solidFill>
                <a:latin typeface="Helvetica Neue"/>
                <a:ea typeface="Helvetica Neue"/>
                <a:cs typeface="Helvetica Neue"/>
              </a:rPr>
              <a:t>Packet A</a:t>
            </a:r>
          </a:p>
        </p:txBody>
      </p:sp>
      <p:sp>
        <p:nvSpPr>
          <p:cNvPr id="6" name="text">
            <a:extLst xmlns:a="http://schemas.openxmlformats.org/drawingml/2006/main">
              <a:ext uri="{FF2B5EF4-FFF2-40B4-BE49-F238E27FC236}">
                <a16:creationId xmlns:a16="http://schemas.microsoft.com/office/drawing/2014/main" id="{1BC02245-5005-4069-82F4-42229BE8EBED}"/>
              </a:ext>
            </a:extLst>
          </p:cNvPr>
          <p:cNvSpPr>
            <a:spLocks xmlns:a="http://schemas.openxmlformats.org/drawingml/2006/main" noGrp="1"/>
          </p:cNvSpPr>
          <p:nvPr/>
        </p:nvSpPr>
        <p:spPr>
          <a:xfrm xmlns:a="http://schemas.openxmlformats.org/drawingml/2006/main">
            <a:off x="400050" y="2647950"/>
            <a:ext cx="5048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000000"/>
                </a:solidFill>
                <a:latin typeface="Helvetica Neue"/>
                <a:ea typeface="Helvetica Neue"/>
                <a:cs typeface="Helvetica Neue"/>
              </a:defRPr>
            </a:pPr>
            <a:r>
              <a:rPr sz="3300" b="1" i="0">
                <a:solidFill>
                  <a:srgbClr val="000000"/>
                </a:solidFill>
                <a:latin typeface="Helvetica Neue"/>
                <a:ea typeface="Helvetica Neue"/>
                <a:cs typeface="Helvetica Neue"/>
              </a:rPr>
              <a:t>0 1 0 1 1 0 1</a:t>
            </a:r>
          </a:p>
        </p:txBody>
      </p:sp>
      <p:sp>
        <p:nvSpPr>
          <p:cNvPr id="7" name="text">
            <a:extLst xmlns:a="http://schemas.openxmlformats.org/drawingml/2006/main">
              <a:ext uri="{FF2B5EF4-FFF2-40B4-BE49-F238E27FC236}">
                <a16:creationId xmlns:a16="http://schemas.microsoft.com/office/drawing/2014/main" id="{C0EFED8F-6F29-4452-8AD5-79F2E1BC38C7}"/>
              </a:ext>
            </a:extLst>
          </p:cNvPr>
          <p:cNvSpPr>
            <a:spLocks xmlns:a="http://schemas.openxmlformats.org/drawingml/2006/main" noGrp="1"/>
          </p:cNvSpPr>
          <p:nvPr/>
        </p:nvSpPr>
        <p:spPr>
          <a:xfrm xmlns:a="http://schemas.openxmlformats.org/drawingml/2006/main">
            <a:off x="400050" y="3514725"/>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59616D"/>
                </a:solidFill>
                <a:latin typeface="Helvetica Neue"/>
                <a:ea typeface="Helvetica Neue"/>
                <a:cs typeface="Helvetica Neue"/>
              </a:defRPr>
            </a:pPr>
            <a:r>
              <a:rPr sz="1875" b="0" i="0">
                <a:solidFill>
                  <a:srgbClr val="59616D"/>
                </a:solidFill>
                <a:latin typeface="Helvetica Neue"/>
                <a:ea typeface="Helvetica Neue"/>
                <a:cs typeface="Helvetica Neue"/>
              </a:rPr>
              <a:t>Which questions fail?</a:t>
            </a:r>
          </a:p>
        </p:txBody>
      </p:sp>
      <p:cxnSp>
        <p:nvCxnSpPr>
          <p:cNvPr id="23" name=""/>
          <p:cNvCxnSpPr/>
          <p:nvPr/>
        </p:nvCxnSpPr>
        <p:spPr>
          <a:xfrm xmlns:a="http://schemas.openxmlformats.org/drawingml/2006/main">
            <a:off x="400050" y="4229100"/>
            <a:ext cx="5048250" cy="953"/>
          </a:xfrm>
          <a:prstGeom xmlns:a="http://schemas.openxmlformats.org/drawingml/2006/main" prst="straightConnector1">
            <a:avLst/>
          </a:prstGeom>
          <a:ln xmlns:a="http://schemas.openxmlformats.org/drawingml/2006/main" w="19050">
            <a:solidFill>
              <a:srgbClr val="B8BCC4"/>
            </a:solidFill>
            <a:prstDash val="solid"/>
          </a:ln>
        </p:spPr>
      </p:cxnSp>
      <p:sp>
        <p:nvSpPr>
          <p:cNvPr id="9" name="text">
            <a:extLst xmlns:a="http://schemas.openxmlformats.org/drawingml/2006/main">
              <a:ext uri="{FF2B5EF4-FFF2-40B4-BE49-F238E27FC236}">
                <a16:creationId xmlns:a16="http://schemas.microsoft.com/office/drawing/2014/main" id="{5A73C87A-9259-4DE4-9440-F0874E4FA2FA}"/>
              </a:ext>
            </a:extLst>
          </p:cNvPr>
          <p:cNvSpPr>
            <a:spLocks xmlns:a="http://schemas.openxmlformats.org/drawingml/2006/main" noGrp="1"/>
          </p:cNvSpPr>
          <p:nvPr/>
        </p:nvSpPr>
        <p:spPr>
          <a:xfrm xmlns:a="http://schemas.openxmlformats.org/drawingml/2006/main">
            <a:off x="6343650" y="2019300"/>
            <a:ext cx="219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75" b="1" i="0">
                <a:solidFill>
                  <a:srgbClr val="FF625E"/>
                </a:solidFill>
                <a:latin typeface="Helvetica Neue"/>
                <a:ea typeface="Helvetica Neue"/>
                <a:cs typeface="Helvetica Neue"/>
              </a:defRPr>
            </a:pPr>
            <a:r>
              <a:rPr sz="2475" b="1" i="0">
                <a:solidFill>
                  <a:srgbClr val="FF625E"/>
                </a:solidFill>
                <a:latin typeface="Helvetica Neue"/>
                <a:ea typeface="Helvetica Neue"/>
                <a:cs typeface="Helvetica Neue"/>
              </a:rPr>
              <a:t>Packet B</a:t>
            </a:r>
          </a:p>
        </p:txBody>
      </p:sp>
      <p:sp>
        <p:nvSpPr>
          <p:cNvPr id="10" name="text">
            <a:extLst xmlns:a="http://schemas.openxmlformats.org/drawingml/2006/main">
              <a:ext uri="{FF2B5EF4-FFF2-40B4-BE49-F238E27FC236}">
                <a16:creationId xmlns:a16="http://schemas.microsoft.com/office/drawing/2014/main" id="{D9CF1E80-4171-48AC-9246-0510D99584F9}"/>
              </a:ext>
            </a:extLst>
          </p:cNvPr>
          <p:cNvSpPr>
            <a:spLocks xmlns:a="http://schemas.openxmlformats.org/drawingml/2006/main" noGrp="1"/>
          </p:cNvSpPr>
          <p:nvPr/>
        </p:nvSpPr>
        <p:spPr>
          <a:xfrm xmlns:a="http://schemas.openxmlformats.org/drawingml/2006/main">
            <a:off x="6343650" y="2647950"/>
            <a:ext cx="5048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i="0">
                <a:solidFill>
                  <a:srgbClr val="000000"/>
                </a:solidFill>
                <a:latin typeface="Helvetica Neue"/>
                <a:ea typeface="Helvetica Neue"/>
                <a:cs typeface="Helvetica Neue"/>
              </a:defRPr>
            </a:pPr>
            <a:r>
              <a:rPr sz="3300" b="1" i="0">
                <a:solidFill>
                  <a:srgbClr val="000000"/>
                </a:solidFill>
                <a:latin typeface="Helvetica Neue"/>
                <a:ea typeface="Helvetica Neue"/>
                <a:cs typeface="Helvetica Neue"/>
              </a:rPr>
              <a:t>0 1 1 1 1 0 1</a:t>
            </a:r>
          </a:p>
        </p:txBody>
      </p:sp>
      <p:sp>
        <p:nvSpPr>
          <p:cNvPr id="11" name="text">
            <a:extLst xmlns:a="http://schemas.openxmlformats.org/drawingml/2006/main">
              <a:ext uri="{FF2B5EF4-FFF2-40B4-BE49-F238E27FC236}">
                <a16:creationId xmlns:a16="http://schemas.microsoft.com/office/drawing/2014/main" id="{BD6CB32D-5651-49AD-AE4F-A7685ABE9F6B}"/>
              </a:ext>
            </a:extLst>
          </p:cNvPr>
          <p:cNvSpPr>
            <a:spLocks xmlns:a="http://schemas.openxmlformats.org/drawingml/2006/main" noGrp="1"/>
          </p:cNvSpPr>
          <p:nvPr/>
        </p:nvSpPr>
        <p:spPr>
          <a:xfrm xmlns:a="http://schemas.openxmlformats.org/drawingml/2006/main">
            <a:off x="6343650" y="3514725"/>
            <a:ext cx="504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59616D"/>
                </a:solidFill>
                <a:latin typeface="Helvetica Neue"/>
                <a:ea typeface="Helvetica Neue"/>
                <a:cs typeface="Helvetica Neue"/>
              </a:defRPr>
            </a:pPr>
            <a:r>
              <a:rPr sz="1875" b="0" i="0">
                <a:solidFill>
                  <a:srgbClr val="59616D"/>
                </a:solidFill>
                <a:latin typeface="Helvetica Neue"/>
                <a:ea typeface="Helvetica Neue"/>
                <a:cs typeface="Helvetica Neue"/>
              </a:rPr>
              <a:t>Which questions fail?</a:t>
            </a:r>
          </a:p>
        </p:txBody>
      </p:sp>
      <p:cxnSp>
        <p:nvCxnSpPr>
          <p:cNvPr id="27" name=""/>
          <p:cNvCxnSpPr/>
          <p:nvPr/>
        </p:nvCxnSpPr>
        <p:spPr>
          <a:xfrm xmlns:a="http://schemas.openxmlformats.org/drawingml/2006/main">
            <a:off x="6343650" y="4229100"/>
            <a:ext cx="5048250" cy="953"/>
          </a:xfrm>
          <a:prstGeom xmlns:a="http://schemas.openxmlformats.org/drawingml/2006/main" prst="straightConnector1">
            <a:avLst/>
          </a:prstGeom>
          <a:ln xmlns:a="http://schemas.openxmlformats.org/drawingml/2006/main" w="19050">
            <a:solidFill>
              <a:srgbClr val="B8BCC4"/>
            </a:solidFill>
            <a:prstDash val="solid"/>
          </a:ln>
        </p:spPr>
      </p:cxnSp>
      <p:sp>
        <p:nvSpPr>
          <p:cNvPr id="13" name="text">
            <a:extLst xmlns:a="http://schemas.openxmlformats.org/drawingml/2006/main">
              <a:ext uri="{FF2B5EF4-FFF2-40B4-BE49-F238E27FC236}">
                <a16:creationId xmlns:a16="http://schemas.microsoft.com/office/drawing/2014/main" id="{BC730083-F025-4AA2-AD13-B9F2680CD7E1}"/>
              </a:ext>
            </a:extLst>
          </p:cNvPr>
          <p:cNvSpPr>
            <a:spLocks xmlns:a="http://schemas.openxmlformats.org/drawingml/2006/main" noGrp="1"/>
          </p:cNvSpPr>
          <p:nvPr/>
        </p:nvSpPr>
        <p:spPr>
          <a:xfrm xmlns:a="http://schemas.openxmlformats.org/drawingml/2006/main">
            <a:off x="1809750" y="5095875"/>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i="0">
                <a:solidFill>
                  <a:srgbClr val="000000"/>
                </a:solidFill>
                <a:latin typeface="Helvetica Neue"/>
                <a:ea typeface="Helvetica Neue"/>
                <a:cs typeface="Helvetica Neue"/>
              </a:defRPr>
            </a:pPr>
            <a:r>
              <a:rPr sz="2325" b="1" i="0">
                <a:solidFill>
                  <a:srgbClr val="000000"/>
                </a:solidFill>
                <a:latin typeface="Helvetica Neue"/>
                <a:ea typeface="Helvetica Neue"/>
                <a:cs typeface="Helvetica Neue"/>
              </a:rPr>
              <a:t>Explain why the failed-question fingerprint identifies the bit.</a:t>
            </a:r>
          </a:p>
        </p:txBody>
      </p:sp>
      <p:sp>
        <p:nvSpPr>
          <p:cNvPr id="14" name="prompt-badge">
            <a:extLst xmlns:a="http://schemas.openxmlformats.org/drawingml/2006/main">
              <a:ext uri="{FF2B5EF4-FFF2-40B4-BE49-F238E27FC236}">
                <a16:creationId xmlns:a16="http://schemas.microsoft.com/office/drawing/2014/main" id="{89E704FE-5160-41C1-94EC-319012DAAC42}"/>
              </a:ext>
            </a:extLst>
          </p:cNvPr>
          <p:cNvSpPr>
            <a:spLocks xmlns:a="http://schemas.openxmlformats.org/drawingml/2006/main" noGrp="1"/>
          </p:cNvSpPr>
          <p:nvPr/>
        </p:nvSpPr>
        <p:spPr>
          <a:xfrm xmlns:a="http://schemas.openxmlformats.org/drawingml/2006/main">
            <a:off x="4762500" y="5829300"/>
            <a:ext cx="2667000" cy="533400"/>
          </a:xfrm>
          <a:prstGeom xmlns:a="http://schemas.openxmlformats.org/drawingml/2006/main" prst="roundRect">
            <a:avLst>
              <a:gd name="adj" fmla="val 21429"/>
            </a:avLst>
          </a:prstGeom>
          <a:solidFill xmlns:a="http://schemas.openxmlformats.org/drawingml/2006/main">
            <a:srgbClr val="3D8DFF"/>
          </a:solidFill>
          <a:ln xmlns:a="http://schemas.openxmlformats.org/drawingml/2006/main" w="9525">
            <a:solidFill>
              <a:srgbClr val="3D8DFF"/>
            </a:solidFill>
            <a:prstDash val="solid"/>
          </a:ln>
        </p:spPr>
      </p:sp>
      <p:sp>
        <p:nvSpPr>
          <p:cNvPr id="15" name="prompt-badge-text">
            <a:extLst xmlns:a="http://schemas.openxmlformats.org/drawingml/2006/main">
              <a:ext uri="{FF2B5EF4-FFF2-40B4-BE49-F238E27FC236}">
                <a16:creationId xmlns:a16="http://schemas.microsoft.com/office/drawing/2014/main" id="{ABD11F40-3801-42D0-ABDE-51F1AECE60E7}"/>
              </a:ext>
            </a:extLst>
          </p:cNvPr>
          <p:cNvSpPr>
            <a:spLocks xmlns:a="http://schemas.openxmlformats.org/drawingml/2006/main" noGrp="1"/>
          </p:cNvSpPr>
          <p:nvPr/>
        </p:nvSpPr>
        <p:spPr>
          <a:xfrm xmlns:a="http://schemas.openxmlformats.org/drawingml/2006/main">
            <a:off x="4914900" y="5943600"/>
            <a:ext cx="2362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FFFFFF"/>
                </a:solidFill>
                <a:latin typeface="Helvetica Neue"/>
                <a:ea typeface="Helvetica Neue"/>
                <a:cs typeface="Helvetica Neue"/>
              </a:defRPr>
            </a:pPr>
            <a:r>
              <a:rPr sz="1575" b="1" i="0">
                <a:solidFill>
                  <a:srgbClr val="FFFFFF"/>
                </a:solidFill>
                <a:latin typeface="Helvetica Neue"/>
                <a:ea typeface="Helvetica Neue"/>
                <a:cs typeface="Helvetica Neue"/>
              </a:rPr>
              <a:t>WORKSHEET 4B</a:t>
            </a:r>
          </a:p>
        </p:txBody>
      </p:sp>
    </p:spTree>
    <p:extLst>
      <p:ext uri="{BB962C8B-B14F-4D97-AF65-F5344CB8AC3E}">
        <p14:creationId xmlns:p14="http://schemas.microsoft.com/office/powerpoint/2010/main" val="156944208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section-27">
            <a:extLst xmlns:a="http://schemas.openxmlformats.org/drawingml/2006/main">
              <a:ext uri="{FF2B5EF4-FFF2-40B4-BE49-F238E27FC236}">
                <a16:creationId xmlns:a16="http://schemas.microsoft.com/office/drawing/2014/main" id="{E5F9485C-AE8C-4534-BD91-347B1136F334}"/>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CREATE • CORRUPT • EXPLAIN</a:t>
            </a:r>
          </a:p>
        </p:txBody>
      </p:sp>
      <p:sp>
        <p:nvSpPr>
          <p:cNvPr id="2" name="title-27">
            <a:extLst xmlns:a="http://schemas.openxmlformats.org/drawingml/2006/main">
              <a:ext uri="{FF2B5EF4-FFF2-40B4-BE49-F238E27FC236}">
                <a16:creationId xmlns:a16="http://schemas.microsoft.com/office/drawing/2014/main" id="{566D0550-8EA1-4B56-B433-CF25C6CB61A4}"/>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000000"/>
                </a:solidFill>
                <a:latin typeface="Helvetica Neue"/>
                <a:ea typeface="Helvetica Neue"/>
                <a:cs typeface="Helvetica Neue"/>
              </a:defRPr>
            </a:pPr>
            <a:r>
              <a:rPr sz="3450" b="1" i="0">
                <a:solidFill>
                  <a:srgbClr val="000000"/>
                </a:solidFill>
                <a:latin typeface="Helvetica Neue"/>
                <a:ea typeface="Helvetica Neue"/>
                <a:cs typeface="Helvetica Neue"/>
              </a:rPr>
              <a:t>Invent a codeword your partner can rescue</a:t>
            </a:r>
          </a:p>
        </p:txBody>
      </p:sp>
      <p:cxnSp>
        <p:nvCxnSpPr>
          <p:cNvPr id="24"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27">
            <a:extLst xmlns:a="http://schemas.openxmlformats.org/drawingml/2006/main">
              <a:ext uri="{FF2B5EF4-FFF2-40B4-BE49-F238E27FC236}">
                <a16:creationId xmlns:a16="http://schemas.microsoft.com/office/drawing/2014/main" id="{D88A9F97-7B77-4E49-8489-640105E8B92F}"/>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27</a:t>
            </a:r>
          </a:p>
        </p:txBody>
      </p:sp>
      <p:sp>
        <p:nvSpPr>
          <p:cNvPr id="5" name="step-num-0">
            <a:extLst xmlns:a="http://schemas.openxmlformats.org/drawingml/2006/main">
              <a:ext uri="{FF2B5EF4-FFF2-40B4-BE49-F238E27FC236}">
                <a16:creationId xmlns:a16="http://schemas.microsoft.com/office/drawing/2014/main" id="{74CBDCB2-7777-4C6F-9619-E0FE416F467D}"/>
              </a:ext>
            </a:extLst>
          </p:cNvPr>
          <p:cNvSpPr>
            <a:spLocks xmlns:a="http://schemas.openxmlformats.org/drawingml/2006/main" noGrp="1"/>
          </p:cNvSpPr>
          <p:nvPr/>
        </p:nvSpPr>
        <p:spPr>
          <a:xfrm xmlns:a="http://schemas.openxmlformats.org/drawingml/2006/main">
            <a:off x="400050" y="195262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i="0">
                <a:solidFill>
                  <a:srgbClr val="3D8DFF"/>
                </a:solidFill>
                <a:latin typeface="Helvetica Neue"/>
                <a:ea typeface="Helvetica Neue"/>
                <a:cs typeface="Helvetica Neue"/>
              </a:defRPr>
            </a:pPr>
            <a:r>
              <a:rPr sz="4050" b="1" i="0">
                <a:solidFill>
                  <a:srgbClr val="3D8DFF"/>
                </a:solidFill>
                <a:latin typeface="Helvetica Neue"/>
                <a:ea typeface="Helvetica Neue"/>
                <a:cs typeface="Helvetica Neue"/>
              </a:rPr>
              <a:t>1</a:t>
            </a:r>
          </a:p>
        </p:txBody>
      </p:sp>
      <p:cxnSp>
        <p:nvCxnSpPr>
          <p:cNvPr id="27" name=""/>
          <p:cNvCxnSpPr/>
          <p:nvPr/>
        </p:nvCxnSpPr>
        <p:spPr>
          <a:xfrm xmlns:a="http://schemas.openxmlformats.org/drawingml/2006/main">
            <a:off x="400050" y="2733675"/>
            <a:ext cx="2533650" cy="953"/>
          </a:xfrm>
          <a:prstGeom xmlns:a="http://schemas.openxmlformats.org/drawingml/2006/main" prst="straightConnector1">
            <a:avLst/>
          </a:prstGeom>
          <a:ln xmlns:a="http://schemas.openxmlformats.org/drawingml/2006/main" w="28575">
            <a:solidFill>
              <a:srgbClr val="B8BCC4"/>
            </a:solidFill>
            <a:prstDash val="solid"/>
          </a:ln>
        </p:spPr>
      </p:cxnSp>
      <p:sp>
        <p:nvSpPr>
          <p:cNvPr id="7" name="step-title-0">
            <a:extLst xmlns:a="http://schemas.openxmlformats.org/drawingml/2006/main">
              <a:ext uri="{FF2B5EF4-FFF2-40B4-BE49-F238E27FC236}">
                <a16:creationId xmlns:a16="http://schemas.microsoft.com/office/drawing/2014/main" id="{EEB3B37B-D1DB-4AAF-9904-08A58BA3CBA9}"/>
              </a:ext>
            </a:extLst>
          </p:cNvPr>
          <p:cNvSpPr>
            <a:spLocks xmlns:a="http://schemas.openxmlformats.org/drawingml/2006/main" noGrp="1"/>
          </p:cNvSpPr>
          <p:nvPr/>
        </p:nvSpPr>
        <p:spPr>
          <a:xfrm xmlns:a="http://schemas.openxmlformats.org/drawingml/2006/main">
            <a:off x="400050" y="300037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00000"/>
                </a:solidFill>
                <a:latin typeface="Helvetica Neue"/>
                <a:ea typeface="Helvetica Neue"/>
                <a:cs typeface="Helvetica Neue"/>
              </a:defRPr>
            </a:pPr>
            <a:r>
              <a:rPr sz="2025" b="1" i="0">
                <a:solidFill>
                  <a:srgbClr val="000000"/>
                </a:solidFill>
                <a:latin typeface="Helvetica Neue"/>
                <a:ea typeface="Helvetica Neue"/>
                <a:cs typeface="Helvetica Neue"/>
              </a:rPr>
              <a:t>Choose</a:t>
            </a:r>
          </a:p>
        </p:txBody>
      </p:sp>
      <p:sp>
        <p:nvSpPr>
          <p:cNvPr id="8" name="step-body-0">
            <a:extLst xmlns:a="http://schemas.openxmlformats.org/drawingml/2006/main">
              <a:ext uri="{FF2B5EF4-FFF2-40B4-BE49-F238E27FC236}">
                <a16:creationId xmlns:a16="http://schemas.microsoft.com/office/drawing/2014/main" id="{BA0BD160-24BB-4388-A63F-C26C294CEDE3}"/>
              </a:ext>
            </a:extLst>
          </p:cNvPr>
          <p:cNvSpPr>
            <a:spLocks xmlns:a="http://schemas.openxmlformats.org/drawingml/2006/main" noGrp="1"/>
          </p:cNvSpPr>
          <p:nvPr/>
        </p:nvSpPr>
        <p:spPr>
          <a:xfrm xmlns:a="http://schemas.openxmlformats.org/drawingml/2006/main">
            <a:off x="400050" y="3838575"/>
            <a:ext cx="25336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9616D"/>
                </a:solidFill>
                <a:latin typeface="Helvetica Neue"/>
                <a:ea typeface="Helvetica Neue"/>
                <a:cs typeface="Helvetica Neue"/>
              </a:defRPr>
            </a:pPr>
            <a:r>
              <a:rPr sz="1650" b="0" i="0">
                <a:solidFill>
                  <a:srgbClr val="59616D"/>
                </a:solidFill>
                <a:latin typeface="Helvetica Neue"/>
                <a:ea typeface="Helvetica Neue"/>
                <a:cs typeface="Helvetica Neue"/>
              </a:rPr>
              <a:t>Invent any four-bit message.</a:t>
            </a:r>
          </a:p>
        </p:txBody>
      </p:sp>
      <p:sp>
        <p:nvSpPr>
          <p:cNvPr id="9" name="step-num-1">
            <a:extLst xmlns:a="http://schemas.openxmlformats.org/drawingml/2006/main">
              <a:ext uri="{FF2B5EF4-FFF2-40B4-BE49-F238E27FC236}">
                <a16:creationId xmlns:a16="http://schemas.microsoft.com/office/drawing/2014/main" id="{01E0699F-6BAE-4B4A-99EA-8A78638EB0EC}"/>
              </a:ext>
            </a:extLst>
          </p:cNvPr>
          <p:cNvSpPr>
            <a:spLocks xmlns:a="http://schemas.openxmlformats.org/drawingml/2006/main" noGrp="1"/>
          </p:cNvSpPr>
          <p:nvPr/>
        </p:nvSpPr>
        <p:spPr>
          <a:xfrm xmlns:a="http://schemas.openxmlformats.org/drawingml/2006/main">
            <a:off x="3238500" y="195262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i="0">
                <a:solidFill>
                  <a:srgbClr val="3D8DFF"/>
                </a:solidFill>
                <a:latin typeface="Helvetica Neue"/>
                <a:ea typeface="Helvetica Neue"/>
                <a:cs typeface="Helvetica Neue"/>
              </a:defRPr>
            </a:pPr>
            <a:r>
              <a:rPr sz="4050" b="1" i="0">
                <a:solidFill>
                  <a:srgbClr val="3D8DFF"/>
                </a:solidFill>
                <a:latin typeface="Helvetica Neue"/>
                <a:ea typeface="Helvetica Neue"/>
                <a:cs typeface="Helvetica Neue"/>
              </a:rPr>
              <a:t>2</a:t>
            </a:r>
          </a:p>
        </p:txBody>
      </p:sp>
      <p:cxnSp>
        <p:nvCxnSpPr>
          <p:cNvPr id="31" name=""/>
          <p:cNvCxnSpPr/>
          <p:nvPr/>
        </p:nvCxnSpPr>
        <p:spPr>
          <a:xfrm xmlns:a="http://schemas.openxmlformats.org/drawingml/2006/main">
            <a:off x="3238500" y="2733675"/>
            <a:ext cx="2533650" cy="953"/>
          </a:xfrm>
          <a:prstGeom xmlns:a="http://schemas.openxmlformats.org/drawingml/2006/main" prst="straightConnector1">
            <a:avLst/>
          </a:prstGeom>
          <a:ln xmlns:a="http://schemas.openxmlformats.org/drawingml/2006/main" w="28575">
            <a:solidFill>
              <a:srgbClr val="B8BCC4"/>
            </a:solidFill>
            <a:prstDash val="solid"/>
          </a:ln>
        </p:spPr>
      </p:cxnSp>
      <p:sp>
        <p:nvSpPr>
          <p:cNvPr id="11" name="step-title-1">
            <a:extLst xmlns:a="http://schemas.openxmlformats.org/drawingml/2006/main">
              <a:ext uri="{FF2B5EF4-FFF2-40B4-BE49-F238E27FC236}">
                <a16:creationId xmlns:a16="http://schemas.microsoft.com/office/drawing/2014/main" id="{197896AD-3141-44CE-BC2A-6380AAE43802}"/>
              </a:ext>
            </a:extLst>
          </p:cNvPr>
          <p:cNvSpPr>
            <a:spLocks xmlns:a="http://schemas.openxmlformats.org/drawingml/2006/main" noGrp="1"/>
          </p:cNvSpPr>
          <p:nvPr/>
        </p:nvSpPr>
        <p:spPr>
          <a:xfrm xmlns:a="http://schemas.openxmlformats.org/drawingml/2006/main">
            <a:off x="3238500" y="300037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00000"/>
                </a:solidFill>
                <a:latin typeface="Helvetica Neue"/>
                <a:ea typeface="Helvetica Neue"/>
                <a:cs typeface="Helvetica Neue"/>
              </a:defRPr>
            </a:pPr>
            <a:r>
              <a:rPr sz="2025" b="1" i="0">
                <a:solidFill>
                  <a:srgbClr val="000000"/>
                </a:solidFill>
                <a:latin typeface="Helvetica Neue"/>
                <a:ea typeface="Helvetica Neue"/>
                <a:cs typeface="Helvetica Neue"/>
              </a:rPr>
              <a:t>Encode</a:t>
            </a:r>
          </a:p>
        </p:txBody>
      </p:sp>
      <p:sp>
        <p:nvSpPr>
          <p:cNvPr id="12" name="step-body-1">
            <a:extLst xmlns:a="http://schemas.openxmlformats.org/drawingml/2006/main">
              <a:ext uri="{FF2B5EF4-FFF2-40B4-BE49-F238E27FC236}">
                <a16:creationId xmlns:a16="http://schemas.microsoft.com/office/drawing/2014/main" id="{837EB310-4CA6-4838-B8ED-E55772A085D0}"/>
              </a:ext>
            </a:extLst>
          </p:cNvPr>
          <p:cNvSpPr>
            <a:spLocks xmlns:a="http://schemas.openxmlformats.org/drawingml/2006/main" noGrp="1"/>
          </p:cNvSpPr>
          <p:nvPr/>
        </p:nvSpPr>
        <p:spPr>
          <a:xfrm xmlns:a="http://schemas.openxmlformats.org/drawingml/2006/main">
            <a:off x="3238500" y="3838575"/>
            <a:ext cx="25336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9616D"/>
                </a:solidFill>
                <a:latin typeface="Helvetica Neue"/>
                <a:ea typeface="Helvetica Neue"/>
                <a:cs typeface="Helvetica Neue"/>
              </a:defRPr>
            </a:pPr>
            <a:r>
              <a:rPr sz="1650" b="0" i="0">
                <a:solidFill>
                  <a:srgbClr val="59616D"/>
                </a:solidFill>
                <a:latin typeface="Helvetica Neue"/>
                <a:ea typeface="Helvetica Neue"/>
                <a:cs typeface="Helvetica Neue"/>
              </a:rPr>
              <a:t>Build three even parity promises.</a:t>
            </a:r>
          </a:p>
        </p:txBody>
      </p:sp>
      <p:sp>
        <p:nvSpPr>
          <p:cNvPr id="13" name="step-num-2">
            <a:extLst xmlns:a="http://schemas.openxmlformats.org/drawingml/2006/main">
              <a:ext uri="{FF2B5EF4-FFF2-40B4-BE49-F238E27FC236}">
                <a16:creationId xmlns:a16="http://schemas.microsoft.com/office/drawing/2014/main" id="{152BAE74-77E0-4695-836D-E3D4D0F539E5}"/>
              </a:ext>
            </a:extLst>
          </p:cNvPr>
          <p:cNvSpPr>
            <a:spLocks xmlns:a="http://schemas.openxmlformats.org/drawingml/2006/main" noGrp="1"/>
          </p:cNvSpPr>
          <p:nvPr/>
        </p:nvSpPr>
        <p:spPr>
          <a:xfrm xmlns:a="http://schemas.openxmlformats.org/drawingml/2006/main">
            <a:off x="6076950" y="195262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i="0">
                <a:solidFill>
                  <a:srgbClr val="3D8DFF"/>
                </a:solidFill>
                <a:latin typeface="Helvetica Neue"/>
                <a:ea typeface="Helvetica Neue"/>
                <a:cs typeface="Helvetica Neue"/>
              </a:defRPr>
            </a:pPr>
            <a:r>
              <a:rPr sz="4050" b="1" i="0">
                <a:solidFill>
                  <a:srgbClr val="3D8DFF"/>
                </a:solidFill>
                <a:latin typeface="Helvetica Neue"/>
                <a:ea typeface="Helvetica Neue"/>
                <a:cs typeface="Helvetica Neue"/>
              </a:rPr>
              <a:t>3</a:t>
            </a:r>
          </a:p>
        </p:txBody>
      </p:sp>
      <p:cxnSp>
        <p:nvCxnSpPr>
          <p:cNvPr id="35" name=""/>
          <p:cNvCxnSpPr/>
          <p:nvPr/>
        </p:nvCxnSpPr>
        <p:spPr>
          <a:xfrm xmlns:a="http://schemas.openxmlformats.org/drawingml/2006/main">
            <a:off x="6076950" y="2733675"/>
            <a:ext cx="2533650" cy="953"/>
          </a:xfrm>
          <a:prstGeom xmlns:a="http://schemas.openxmlformats.org/drawingml/2006/main" prst="straightConnector1">
            <a:avLst/>
          </a:prstGeom>
          <a:ln xmlns:a="http://schemas.openxmlformats.org/drawingml/2006/main" w="28575">
            <a:solidFill>
              <a:srgbClr val="B8BCC4"/>
            </a:solidFill>
            <a:prstDash val="solid"/>
          </a:ln>
        </p:spPr>
      </p:cxnSp>
      <p:sp>
        <p:nvSpPr>
          <p:cNvPr id="15" name="step-title-2">
            <a:extLst xmlns:a="http://schemas.openxmlformats.org/drawingml/2006/main">
              <a:ext uri="{FF2B5EF4-FFF2-40B4-BE49-F238E27FC236}">
                <a16:creationId xmlns:a16="http://schemas.microsoft.com/office/drawing/2014/main" id="{66EB304A-D757-4ED2-8515-158EA49B71CF}"/>
              </a:ext>
            </a:extLst>
          </p:cNvPr>
          <p:cNvSpPr>
            <a:spLocks xmlns:a="http://schemas.openxmlformats.org/drawingml/2006/main" noGrp="1"/>
          </p:cNvSpPr>
          <p:nvPr/>
        </p:nvSpPr>
        <p:spPr>
          <a:xfrm xmlns:a="http://schemas.openxmlformats.org/drawingml/2006/main">
            <a:off x="6076950" y="300037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00000"/>
                </a:solidFill>
                <a:latin typeface="Helvetica Neue"/>
                <a:ea typeface="Helvetica Neue"/>
                <a:cs typeface="Helvetica Neue"/>
              </a:defRPr>
            </a:pPr>
            <a:r>
              <a:rPr sz="2025" b="1" i="0">
                <a:solidFill>
                  <a:srgbClr val="000000"/>
                </a:solidFill>
                <a:latin typeface="Helvetica Neue"/>
                <a:ea typeface="Helvetica Neue"/>
                <a:cs typeface="Helvetica Neue"/>
              </a:rPr>
              <a:t>Flip</a:t>
            </a:r>
          </a:p>
        </p:txBody>
      </p:sp>
      <p:sp>
        <p:nvSpPr>
          <p:cNvPr id="16" name="step-body-2">
            <a:extLst xmlns:a="http://schemas.openxmlformats.org/drawingml/2006/main">
              <a:ext uri="{FF2B5EF4-FFF2-40B4-BE49-F238E27FC236}">
                <a16:creationId xmlns:a16="http://schemas.microsoft.com/office/drawing/2014/main" id="{953DF5E2-493F-4BA8-92E0-EA979EAC0906}"/>
              </a:ext>
            </a:extLst>
          </p:cNvPr>
          <p:cNvSpPr>
            <a:spLocks xmlns:a="http://schemas.openxmlformats.org/drawingml/2006/main" noGrp="1"/>
          </p:cNvSpPr>
          <p:nvPr/>
        </p:nvSpPr>
        <p:spPr>
          <a:xfrm xmlns:a="http://schemas.openxmlformats.org/drawingml/2006/main">
            <a:off x="6076950" y="3838575"/>
            <a:ext cx="25336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9616D"/>
                </a:solidFill>
                <a:latin typeface="Helvetica Neue"/>
                <a:ea typeface="Helvetica Neue"/>
                <a:cs typeface="Helvetica Neue"/>
              </a:defRPr>
            </a:pPr>
            <a:r>
              <a:rPr sz="1650" b="0" i="0">
                <a:solidFill>
                  <a:srgbClr val="59616D"/>
                </a:solidFill>
                <a:latin typeface="Helvetica Neue"/>
                <a:ea typeface="Helvetica Neue"/>
                <a:cs typeface="Helvetica Neue"/>
              </a:rPr>
              <a:t>Corrupt exactly one secret position.</a:t>
            </a:r>
          </a:p>
        </p:txBody>
      </p:sp>
      <p:sp>
        <p:nvSpPr>
          <p:cNvPr id="17" name="step-num-3">
            <a:extLst xmlns:a="http://schemas.openxmlformats.org/drawingml/2006/main">
              <a:ext uri="{FF2B5EF4-FFF2-40B4-BE49-F238E27FC236}">
                <a16:creationId xmlns:a16="http://schemas.microsoft.com/office/drawing/2014/main" id="{36C669B9-C457-4C85-99E8-378F7CB17F07}"/>
              </a:ext>
            </a:extLst>
          </p:cNvPr>
          <p:cNvSpPr>
            <a:spLocks xmlns:a="http://schemas.openxmlformats.org/drawingml/2006/main" noGrp="1"/>
          </p:cNvSpPr>
          <p:nvPr/>
        </p:nvSpPr>
        <p:spPr>
          <a:xfrm xmlns:a="http://schemas.openxmlformats.org/drawingml/2006/main">
            <a:off x="8915400" y="195262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050" b="1" i="0">
                <a:solidFill>
                  <a:srgbClr val="3D8DFF"/>
                </a:solidFill>
                <a:latin typeface="Helvetica Neue"/>
                <a:ea typeface="Helvetica Neue"/>
                <a:cs typeface="Helvetica Neue"/>
              </a:defRPr>
            </a:pPr>
            <a:r>
              <a:rPr sz="4050" b="1" i="0">
                <a:solidFill>
                  <a:srgbClr val="3D8DFF"/>
                </a:solidFill>
                <a:latin typeface="Helvetica Neue"/>
                <a:ea typeface="Helvetica Neue"/>
                <a:cs typeface="Helvetica Neue"/>
              </a:rPr>
              <a:t>4</a:t>
            </a:r>
          </a:p>
        </p:txBody>
      </p:sp>
      <p:cxnSp>
        <p:nvCxnSpPr>
          <p:cNvPr id="39" name=""/>
          <p:cNvCxnSpPr/>
          <p:nvPr/>
        </p:nvCxnSpPr>
        <p:spPr>
          <a:xfrm xmlns:a="http://schemas.openxmlformats.org/drawingml/2006/main">
            <a:off x="8915400" y="2733675"/>
            <a:ext cx="2533650" cy="953"/>
          </a:xfrm>
          <a:prstGeom xmlns:a="http://schemas.openxmlformats.org/drawingml/2006/main" prst="straightConnector1">
            <a:avLst/>
          </a:prstGeom>
          <a:ln xmlns:a="http://schemas.openxmlformats.org/drawingml/2006/main" w="28575">
            <a:solidFill>
              <a:srgbClr val="FF625E"/>
            </a:solidFill>
            <a:prstDash val="solid"/>
          </a:ln>
        </p:spPr>
      </p:cxnSp>
      <p:sp>
        <p:nvSpPr>
          <p:cNvPr id="19" name="step-title-3">
            <a:extLst xmlns:a="http://schemas.openxmlformats.org/drawingml/2006/main">
              <a:ext uri="{FF2B5EF4-FFF2-40B4-BE49-F238E27FC236}">
                <a16:creationId xmlns:a16="http://schemas.microsoft.com/office/drawing/2014/main" id="{3611248D-DDC8-4ED7-B3CA-D3BF65ACB619}"/>
              </a:ext>
            </a:extLst>
          </p:cNvPr>
          <p:cNvSpPr>
            <a:spLocks xmlns:a="http://schemas.openxmlformats.org/drawingml/2006/main" noGrp="1"/>
          </p:cNvSpPr>
          <p:nvPr/>
        </p:nvSpPr>
        <p:spPr>
          <a:xfrm xmlns:a="http://schemas.openxmlformats.org/drawingml/2006/main">
            <a:off x="8915400" y="3000375"/>
            <a:ext cx="2533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i="0">
                <a:solidFill>
                  <a:srgbClr val="000000"/>
                </a:solidFill>
                <a:latin typeface="Helvetica Neue"/>
                <a:ea typeface="Helvetica Neue"/>
                <a:cs typeface="Helvetica Neue"/>
              </a:defRPr>
            </a:pPr>
            <a:r>
              <a:rPr sz="2025" b="1" i="0">
                <a:solidFill>
                  <a:srgbClr val="000000"/>
                </a:solidFill>
                <a:latin typeface="Helvetica Neue"/>
                <a:ea typeface="Helvetica Neue"/>
                <a:cs typeface="Helvetica Neue"/>
              </a:rPr>
              <a:t>Explain</a:t>
            </a:r>
          </a:p>
        </p:txBody>
      </p:sp>
      <p:sp>
        <p:nvSpPr>
          <p:cNvPr id="20" name="step-body-3">
            <a:extLst xmlns:a="http://schemas.openxmlformats.org/drawingml/2006/main">
              <a:ext uri="{FF2B5EF4-FFF2-40B4-BE49-F238E27FC236}">
                <a16:creationId xmlns:a16="http://schemas.microsoft.com/office/drawing/2014/main" id="{600A9436-D861-4FC8-AF47-F9DE14671C29}"/>
              </a:ext>
            </a:extLst>
          </p:cNvPr>
          <p:cNvSpPr>
            <a:spLocks xmlns:a="http://schemas.openxmlformats.org/drawingml/2006/main" noGrp="1"/>
          </p:cNvSpPr>
          <p:nvPr/>
        </p:nvSpPr>
        <p:spPr>
          <a:xfrm xmlns:a="http://schemas.openxmlformats.org/drawingml/2006/main">
            <a:off x="8915400" y="3838575"/>
            <a:ext cx="25336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i="0">
                <a:solidFill>
                  <a:srgbClr val="59616D"/>
                </a:solidFill>
                <a:latin typeface="Helvetica Neue"/>
                <a:ea typeface="Helvetica Neue"/>
                <a:cs typeface="Helvetica Neue"/>
              </a:defRPr>
            </a:pPr>
            <a:r>
              <a:rPr sz="1650" b="0" i="0">
                <a:solidFill>
                  <a:srgbClr val="59616D"/>
                </a:solidFill>
                <a:latin typeface="Helvetica Neue"/>
                <a:ea typeface="Helvetica Neue"/>
                <a:cs typeface="Helvetica Neue"/>
              </a:rPr>
              <a:t>Partner repairs it and justifies the address.</a:t>
            </a:r>
          </a:p>
        </p:txBody>
      </p:sp>
      <p:sp>
        <p:nvSpPr>
          <p:cNvPr id="21" name="text">
            <a:extLst xmlns:a="http://schemas.openxmlformats.org/drawingml/2006/main">
              <a:ext uri="{FF2B5EF4-FFF2-40B4-BE49-F238E27FC236}">
                <a16:creationId xmlns:a16="http://schemas.microsoft.com/office/drawing/2014/main" id="{7E55A4DA-3148-47C7-AA02-F7CEFB0403D4}"/>
              </a:ext>
            </a:extLst>
          </p:cNvPr>
          <p:cNvSpPr>
            <a:spLocks xmlns:a="http://schemas.openxmlformats.org/drawingml/2006/main" noGrp="1"/>
          </p:cNvSpPr>
          <p:nvPr/>
        </p:nvSpPr>
        <p:spPr>
          <a:xfrm xmlns:a="http://schemas.openxmlformats.org/drawingml/2006/main">
            <a:off x="1809750" y="575310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i="0">
                <a:solidFill>
                  <a:srgbClr val="158F63"/>
                </a:solidFill>
                <a:latin typeface="Helvetica Neue"/>
                <a:ea typeface="Helvetica Neue"/>
                <a:cs typeface="Helvetica Neue"/>
              </a:defRPr>
            </a:pPr>
            <a:r>
              <a:rPr sz="1875" b="1" i="0">
                <a:solidFill>
                  <a:srgbClr val="158F63"/>
                </a:solidFill>
                <a:latin typeface="Helvetica Neue"/>
                <a:ea typeface="Helvetica Neue"/>
                <a:cs typeface="Helvetica Neue"/>
              </a:rPr>
              <a:t>A successful rescue reproduces the sender’s message for the right reason.</a:t>
            </a:r>
          </a:p>
        </p:txBody>
      </p:sp>
    </p:spTree>
    <p:extLst>
      <p:ext uri="{BB962C8B-B14F-4D97-AF65-F5344CB8AC3E}">
        <p14:creationId xmlns:p14="http://schemas.microsoft.com/office/powerpoint/2010/main" val="62258535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28">
            <a:extLst xmlns:a="http://schemas.openxmlformats.org/drawingml/2006/main">
              <a:ext uri="{FF2B5EF4-FFF2-40B4-BE49-F238E27FC236}">
                <a16:creationId xmlns:a16="http://schemas.microsoft.com/office/drawing/2014/main" id="{4BA465A6-FDB8-44B2-90FE-5E023CF33B41}"/>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THE BOUNDARY—AND THE EIGHTH BIT</a:t>
            </a:r>
          </a:p>
        </p:txBody>
      </p:sp>
      <p:sp>
        <p:nvSpPr>
          <p:cNvPr id="2" name="title-28">
            <a:extLst xmlns:a="http://schemas.openxmlformats.org/drawingml/2006/main">
              <a:ext uri="{FF2B5EF4-FFF2-40B4-BE49-F238E27FC236}">
                <a16:creationId xmlns:a16="http://schemas.microsoft.com/office/drawing/2014/main" id="{989D0561-86F9-4A61-9FA5-B2B191773DF7}"/>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i="0">
                <a:solidFill>
                  <a:srgbClr val="000000"/>
                </a:solidFill>
                <a:latin typeface="Helvetica Neue"/>
                <a:ea typeface="Helvetica Neue"/>
                <a:cs typeface="Helvetica Neue"/>
              </a:defRPr>
            </a:pPr>
            <a:r>
              <a:rPr sz="3450" b="1" i="0">
                <a:solidFill>
                  <a:srgbClr val="000000"/>
                </a:solidFill>
                <a:latin typeface="Helvetica Neue"/>
                <a:ea typeface="Helvetica Neue"/>
                <a:cs typeface="Helvetica Neue"/>
              </a:rPr>
              <a:t>Why two errors can impersonate a third</a:t>
            </a:r>
          </a:p>
        </p:txBody>
      </p:sp>
      <p:cxnSp>
        <p:nvCxnSpPr>
          <p:cNvPr id="15"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28">
            <a:extLst xmlns:a="http://schemas.openxmlformats.org/drawingml/2006/main">
              <a:ext uri="{FF2B5EF4-FFF2-40B4-BE49-F238E27FC236}">
                <a16:creationId xmlns:a16="http://schemas.microsoft.com/office/drawing/2014/main" id="{6EA02428-938A-4CB5-9DE4-C50F1F562B5B}"/>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28</a:t>
            </a:r>
          </a:p>
        </p:txBody>
      </p:sp>
      <p:sp>
        <p:nvSpPr>
          <p:cNvPr id="5" name="text">
            <a:extLst xmlns:a="http://schemas.openxmlformats.org/drawingml/2006/main">
              <a:ext uri="{FF2B5EF4-FFF2-40B4-BE49-F238E27FC236}">
                <a16:creationId xmlns:a16="http://schemas.microsoft.com/office/drawing/2014/main" id="{5934B939-C9D8-4197-8943-D47F22049619}"/>
              </a:ext>
            </a:extLst>
          </p:cNvPr>
          <p:cNvSpPr>
            <a:spLocks xmlns:a="http://schemas.openxmlformats.org/drawingml/2006/main" noGrp="1"/>
          </p:cNvSpPr>
          <p:nvPr/>
        </p:nvSpPr>
        <p:spPr>
          <a:xfrm xmlns:a="http://schemas.openxmlformats.org/drawingml/2006/main">
            <a:off x="666750" y="209550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FF625E"/>
                </a:solidFill>
                <a:latin typeface="Helvetica Neue"/>
                <a:ea typeface="Helvetica Neue"/>
                <a:cs typeface="Helvetica Neue"/>
              </a:defRPr>
            </a:pPr>
            <a:r>
              <a:rPr sz="2550" b="1" i="0">
                <a:solidFill>
                  <a:srgbClr val="FF625E"/>
                </a:solidFill>
                <a:latin typeface="Helvetica Neue"/>
                <a:ea typeface="Helvetica Neue"/>
                <a:cs typeface="Helvetica Neue"/>
              </a:rPr>
              <a:t>errors at 2 and 4</a:t>
            </a:r>
          </a:p>
        </p:txBody>
      </p:sp>
      <p:sp>
        <p:nvSpPr>
          <p:cNvPr id="6" name="text">
            <a:extLst xmlns:a="http://schemas.openxmlformats.org/drawingml/2006/main">
              <a:ext uri="{FF2B5EF4-FFF2-40B4-BE49-F238E27FC236}">
                <a16:creationId xmlns:a16="http://schemas.microsoft.com/office/drawing/2014/main" id="{78AEB92A-79CE-42DF-835C-C5DB8F06AFEF}"/>
              </a:ext>
            </a:extLst>
          </p:cNvPr>
          <p:cNvSpPr>
            <a:spLocks xmlns:a="http://schemas.openxmlformats.org/drawingml/2006/main" noGrp="1"/>
          </p:cNvSpPr>
          <p:nvPr/>
        </p:nvSpPr>
        <p:spPr>
          <a:xfrm xmlns:a="http://schemas.openxmlformats.org/drawingml/2006/main">
            <a:off x="4333875" y="2095500"/>
            <a:ext cx="352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45"/>
          </a:bodyPr>
          <a:lstStyle xmlns:a="http://schemas.openxmlformats.org/drawingml/2006/main"/>
          <a:p xmlns:a="http://schemas.openxmlformats.org/drawingml/2006/main">
            <a:pPr algn="ctr">
              <a:defRPr sz="2250" b="1" i="0">
                <a:solidFill>
                  <a:srgbClr val="59616D"/>
                </a:solidFill>
                <a:latin typeface="Helvetica Neue"/>
                <a:ea typeface="Helvetica Neue"/>
                <a:cs typeface="Helvetica Neue"/>
              </a:defRPr>
            </a:pPr>
            <a:r>
              <a:rPr sz="2250" b="1" i="0">
                <a:solidFill>
                  <a:srgbClr val="59616D"/>
                </a:solidFill>
                <a:latin typeface="Helvetica Neue"/>
                <a:ea typeface="Helvetica Neue"/>
                <a:cs typeface="Helvetica Neue"/>
              </a:rPr>
              <a:t>their fingerprints combine</a:t>
            </a:r>
          </a:p>
        </p:txBody>
      </p:sp>
      <p:sp>
        <p:nvSpPr>
          <p:cNvPr id="7" name="text">
            <a:extLst xmlns:a="http://schemas.openxmlformats.org/drawingml/2006/main">
              <a:ext uri="{FF2B5EF4-FFF2-40B4-BE49-F238E27FC236}">
                <a16:creationId xmlns:a16="http://schemas.microsoft.com/office/drawing/2014/main" id="{6159AB29-B991-4960-A903-CD2D44AC0802}"/>
              </a:ext>
            </a:extLst>
          </p:cNvPr>
          <p:cNvSpPr>
            <a:spLocks xmlns:a="http://schemas.openxmlformats.org/drawingml/2006/main" noGrp="1"/>
          </p:cNvSpPr>
          <p:nvPr/>
        </p:nvSpPr>
        <p:spPr>
          <a:xfrm xmlns:a="http://schemas.openxmlformats.org/drawingml/2006/main">
            <a:off x="8096250" y="2095500"/>
            <a:ext cx="342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550" b="1" i="0">
                <a:solidFill>
                  <a:srgbClr val="3D8DFF"/>
                </a:solidFill>
                <a:latin typeface="Helvetica Neue"/>
                <a:ea typeface="Helvetica Neue"/>
                <a:cs typeface="Helvetica Neue"/>
              </a:defRPr>
            </a:pPr>
            <a:r>
              <a:rPr sz="2550" b="1" i="0">
                <a:solidFill>
                  <a:srgbClr val="3D8DFF"/>
                </a:solidFill>
                <a:latin typeface="Helvetica Neue"/>
                <a:ea typeface="Helvetica Neue"/>
                <a:cs typeface="Helvetica Neue"/>
              </a:rPr>
              <a:t>syndrome 6</a:t>
            </a:r>
          </a:p>
        </p:txBody>
      </p:sp>
      <p:sp>
        <p:nvSpPr>
          <p:cNvPr id="8" name="text">
            <a:extLst xmlns:a="http://schemas.openxmlformats.org/drawingml/2006/main">
              <a:ext uri="{FF2B5EF4-FFF2-40B4-BE49-F238E27FC236}">
                <a16:creationId xmlns:a16="http://schemas.microsoft.com/office/drawing/2014/main" id="{E12231A0-936F-4A56-BAC4-E0CB5FF4C7D1}"/>
              </a:ext>
            </a:extLst>
          </p:cNvPr>
          <p:cNvSpPr>
            <a:spLocks xmlns:a="http://schemas.openxmlformats.org/drawingml/2006/main" noGrp="1"/>
          </p:cNvSpPr>
          <p:nvPr/>
        </p:nvSpPr>
        <p:spPr>
          <a:xfrm xmlns:a="http://schemas.openxmlformats.org/drawingml/2006/main">
            <a:off x="3333750" y="2914650"/>
            <a:ext cx="5524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010 ⊕ 100 = 110</a:t>
            </a:r>
          </a:p>
        </p:txBody>
      </p:sp>
      <p:cxnSp>
        <p:nvCxnSpPr>
          <p:cNvPr id="21" name=""/>
          <p:cNvCxnSpPr/>
          <p:nvPr/>
        </p:nvCxnSpPr>
        <p:spPr>
          <a:xfrm xmlns:a="http://schemas.openxmlformats.org/drawingml/2006/main">
            <a:off x="1333500" y="3943350"/>
            <a:ext cx="9525000" cy="953"/>
          </a:xfrm>
          <a:prstGeom xmlns:a="http://schemas.openxmlformats.org/drawingml/2006/main" prst="straightConnector1">
            <a:avLst/>
          </a:prstGeom>
          <a:ln xmlns:a="http://schemas.openxmlformats.org/drawingml/2006/main" w="19050">
            <a:solidFill>
              <a:srgbClr val="B8BCC4"/>
            </a:solidFill>
            <a:prstDash val="solid"/>
          </a:ln>
        </p:spPr>
      </p:cxnSp>
      <p:sp>
        <p:nvSpPr>
          <p:cNvPr id="10" name="text">
            <a:extLst xmlns:a="http://schemas.openxmlformats.org/drawingml/2006/main">
              <a:ext uri="{FF2B5EF4-FFF2-40B4-BE49-F238E27FC236}">
                <a16:creationId xmlns:a16="http://schemas.microsoft.com/office/drawing/2014/main" id="{70246496-B44A-4401-980C-20C523E05810}"/>
              </a:ext>
            </a:extLst>
          </p:cNvPr>
          <p:cNvSpPr>
            <a:spLocks xmlns:a="http://schemas.openxmlformats.org/drawingml/2006/main" noGrp="1"/>
          </p:cNvSpPr>
          <p:nvPr/>
        </p:nvSpPr>
        <p:spPr>
          <a:xfrm xmlns:a="http://schemas.openxmlformats.org/drawingml/2006/main">
            <a:off x="762000" y="4400550"/>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i="0">
                <a:solidFill>
                  <a:srgbClr val="FF625E"/>
                </a:solidFill>
                <a:latin typeface="Helvetica Neue"/>
                <a:ea typeface="Helvetica Neue"/>
                <a:cs typeface="Helvetica Neue"/>
              </a:defRPr>
            </a:pPr>
            <a:r>
              <a:rPr sz="2175" b="1" i="0">
                <a:solidFill>
                  <a:srgbClr val="FF625E"/>
                </a:solidFill>
                <a:latin typeface="Helvetica Neue"/>
                <a:ea typeface="Helvetica Neue"/>
                <a:cs typeface="Helvetica Neue"/>
              </a:rPr>
              <a:t>Hamming(7,4) may wrongly flip bit 6.</a:t>
            </a:r>
          </a:p>
        </p:txBody>
      </p:sp>
      <p:sp>
        <p:nvSpPr>
          <p:cNvPr id="11" name="text">
            <a:extLst xmlns:a="http://schemas.openxmlformats.org/drawingml/2006/main">
              <a:ext uri="{FF2B5EF4-FFF2-40B4-BE49-F238E27FC236}">
                <a16:creationId xmlns:a16="http://schemas.microsoft.com/office/drawing/2014/main" id="{D66F4631-C9B5-409A-AAD5-0F3B3118FF20}"/>
              </a:ext>
            </a:extLst>
          </p:cNvPr>
          <p:cNvSpPr>
            <a:spLocks xmlns:a="http://schemas.openxmlformats.org/drawingml/2006/main" noGrp="1"/>
          </p:cNvSpPr>
          <p:nvPr/>
        </p:nvSpPr>
        <p:spPr>
          <a:xfrm xmlns:a="http://schemas.openxmlformats.org/drawingml/2006/main">
            <a:off x="6286500" y="4267200"/>
            <a:ext cx="514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75" b="1" i="0">
                <a:solidFill>
                  <a:srgbClr val="158F63"/>
                </a:solidFill>
                <a:latin typeface="Helvetica Neue"/>
                <a:ea typeface="Helvetica Neue"/>
                <a:cs typeface="Helvetica Neue"/>
              </a:defRPr>
            </a:pPr>
            <a:r>
              <a:rPr sz="2175" b="1" i="0">
                <a:solidFill>
                  <a:srgbClr val="158F63"/>
                </a:solidFill>
                <a:latin typeface="Helvetica Neue"/>
                <a:ea typeface="Helvetica Neue"/>
                <a:cs typeface="Helvetica Neue"/>
              </a:rPr>
              <a:t>An eighth overall parity bit separates odd flips from even flips.</a:t>
            </a:r>
          </a:p>
        </p:txBody>
      </p:sp>
      <p:sp>
        <p:nvSpPr>
          <p:cNvPr id="12" name="text">
            <a:extLst xmlns:a="http://schemas.openxmlformats.org/drawingml/2006/main">
              <a:ext uri="{FF2B5EF4-FFF2-40B4-BE49-F238E27FC236}">
                <a16:creationId xmlns:a16="http://schemas.microsoft.com/office/drawing/2014/main" id="{E7D4FEED-D1BC-47A6-BE91-54623596B1A1}"/>
              </a:ext>
            </a:extLst>
          </p:cNvPr>
          <p:cNvSpPr>
            <a:spLocks xmlns:a="http://schemas.openxmlformats.org/drawingml/2006/main" noGrp="1"/>
          </p:cNvSpPr>
          <p:nvPr/>
        </p:nvSpPr>
        <p:spPr>
          <a:xfrm xmlns:a="http://schemas.openxmlformats.org/drawingml/2006/main">
            <a:off x="2381250" y="5562600"/>
            <a:ext cx="742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0" i="0">
                <a:solidFill>
                  <a:srgbClr val="59616D"/>
                </a:solidFill>
                <a:latin typeface="Helvetica Neue"/>
                <a:ea typeface="Helvetica Neue"/>
                <a:cs typeface="Helvetica Neue"/>
              </a:defRPr>
            </a:pPr>
            <a:r>
              <a:rPr sz="1875" b="0" i="0">
                <a:solidFill>
                  <a:srgbClr val="59616D"/>
                </a:solidFill>
                <a:latin typeface="Helvetica Neue"/>
                <a:ea typeface="Helvetica Neue"/>
                <a:cs typeface="Helvetica Neue"/>
              </a:rPr>
              <a:t>That is the intuition behind extended Hamming(8,4).</a:t>
            </a:r>
          </a:p>
        </p:txBody>
      </p:sp>
    </p:spTree>
    <p:extLst>
      <p:ext uri="{BB962C8B-B14F-4D97-AF65-F5344CB8AC3E}">
        <p14:creationId xmlns:p14="http://schemas.microsoft.com/office/powerpoint/2010/main" val="106897345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29">
            <a:extLst xmlns:a="http://schemas.openxmlformats.org/drawingml/2006/main">
              <a:ext uri="{FF2B5EF4-FFF2-40B4-BE49-F238E27FC236}">
                <a16:creationId xmlns:a16="http://schemas.microsoft.com/office/drawing/2014/main" id="{FF847641-6614-4689-9222-4AC641E4B38A}"/>
              </a:ext>
            </a:extLst>
          </p:cNvPr>
          <p:cNvSpPr>
            <a:spLocks xmlns:a="http://schemas.openxmlformats.org/drawingml/2006/main" noGrp="1"/>
          </p:cNvSpPr>
          <p:nvPr/>
        </p:nvSpPr>
        <p:spPr>
          <a:xfrm xmlns:a="http://schemas.openxmlformats.org/drawingml/2006/main">
            <a:off x="400050" y="2667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i="0">
                <a:solidFill>
                  <a:srgbClr val="59616D"/>
                </a:solidFill>
                <a:latin typeface="Helvetica Neue"/>
                <a:ea typeface="Helvetica Neue"/>
                <a:cs typeface="Helvetica Neue"/>
              </a:defRPr>
            </a:pPr>
            <a:r>
              <a:rPr sz="1125" b="1" i="0">
                <a:solidFill>
                  <a:srgbClr val="59616D"/>
                </a:solidFill>
                <a:latin typeface="Helvetica Neue"/>
                <a:ea typeface="Helvetica Neue"/>
                <a:cs typeface="Helvetica Neue"/>
              </a:rPr>
              <a:t>SOLO CERTIFICATION</a:t>
            </a:r>
          </a:p>
        </p:txBody>
      </p:sp>
      <p:sp>
        <p:nvSpPr>
          <p:cNvPr id="2" name="title-29">
            <a:extLst xmlns:a="http://schemas.openxmlformats.org/drawingml/2006/main">
              <a:ext uri="{FF2B5EF4-FFF2-40B4-BE49-F238E27FC236}">
                <a16:creationId xmlns:a16="http://schemas.microsoft.com/office/drawing/2014/main" id="{FB909C76-B955-455D-8CA7-F324242C6A69}"/>
              </a:ext>
            </a:extLst>
          </p:cNvPr>
          <p:cNvSpPr>
            <a:spLocks xmlns:a="http://schemas.openxmlformats.org/drawingml/2006/main" noGrp="1"/>
          </p:cNvSpPr>
          <p:nvPr/>
        </p:nvSpPr>
        <p:spPr>
          <a:xfrm xmlns:a="http://schemas.openxmlformats.org/drawingml/2006/main">
            <a:off x="400050" y="581025"/>
            <a:ext cx="11391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i="0">
                <a:solidFill>
                  <a:srgbClr val="000000"/>
                </a:solidFill>
                <a:latin typeface="Helvetica Neue"/>
                <a:ea typeface="Helvetica Neue"/>
                <a:cs typeface="Helvetica Neue"/>
              </a:defRPr>
            </a:pPr>
            <a:r>
              <a:rPr sz="3600" b="1" i="0">
                <a:solidFill>
                  <a:srgbClr val="000000"/>
                </a:solidFill>
                <a:latin typeface="Helvetica Neue"/>
                <a:ea typeface="Helvetica Neue"/>
                <a:cs typeface="Helvetica Neue"/>
              </a:rPr>
              <a:t>Can you do the whole job alone?</a:t>
            </a:r>
          </a:p>
        </p:txBody>
      </p:sp>
      <p:cxnSp>
        <p:nvCxnSpPr>
          <p:cNvPr id="17" name=""/>
          <p:cNvCxnSpPr/>
          <p:nvPr/>
        </p:nvCxnSpPr>
        <p:spPr>
          <a:xfrm xmlns:a="http://schemas.openxmlformats.org/drawingml/2006/main">
            <a:off x="400050" y="1457325"/>
            <a:ext cx="11391900" cy="953"/>
          </a:xfrm>
          <a:prstGeom xmlns:a="http://schemas.openxmlformats.org/drawingml/2006/main" prst="straightConnector1">
            <a:avLst/>
          </a:prstGeom>
          <a:ln xmlns:a="http://schemas.openxmlformats.org/drawingml/2006/main" w="9525">
            <a:solidFill>
              <a:srgbClr val="B8BCC4"/>
            </a:solidFill>
            <a:prstDash val="solid"/>
          </a:ln>
        </p:spPr>
      </p:cxnSp>
      <p:sp>
        <p:nvSpPr>
          <p:cNvPr id="4" name="page-29">
            <a:extLst xmlns:a="http://schemas.openxmlformats.org/drawingml/2006/main">
              <a:ext uri="{FF2B5EF4-FFF2-40B4-BE49-F238E27FC236}">
                <a16:creationId xmlns:a16="http://schemas.microsoft.com/office/drawing/2014/main" id="{A7999477-5383-4E26-8A9A-49C6F670E0AC}"/>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29</a:t>
            </a:r>
          </a:p>
        </p:txBody>
      </p:sp>
      <p:sp>
        <p:nvSpPr>
          <p:cNvPr id="5" name="text">
            <a:extLst xmlns:a="http://schemas.openxmlformats.org/drawingml/2006/main">
              <a:ext uri="{FF2B5EF4-FFF2-40B4-BE49-F238E27FC236}">
                <a16:creationId xmlns:a16="http://schemas.microsoft.com/office/drawing/2014/main" id="{D0E4D969-568F-4272-B5DF-0DE35BD16024}"/>
              </a:ext>
            </a:extLst>
          </p:cNvPr>
          <p:cNvSpPr>
            <a:spLocks xmlns:a="http://schemas.openxmlformats.org/drawingml/2006/main" noGrp="1"/>
          </p:cNvSpPr>
          <p:nvPr/>
        </p:nvSpPr>
        <p:spPr>
          <a:xfrm xmlns:a="http://schemas.openxmlformats.org/drawingml/2006/main">
            <a:off x="400050" y="19431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3D8DFF"/>
                </a:solidFill>
                <a:latin typeface="Helvetica Neue"/>
                <a:ea typeface="Helvetica Neue"/>
                <a:cs typeface="Helvetica Neue"/>
              </a:defRPr>
            </a:pPr>
            <a:r>
              <a:rPr sz="2250" b="1" i="0">
                <a:solidFill>
                  <a:srgbClr val="3D8DFF"/>
                </a:solidFill>
                <a:latin typeface="Helvetica Neue"/>
                <a:ea typeface="Helvetica Neue"/>
                <a:cs typeface="Helvetica Neue"/>
              </a:rPr>
              <a:t>Part A</a:t>
            </a:r>
          </a:p>
        </p:txBody>
      </p:sp>
      <p:sp>
        <p:nvSpPr>
          <p:cNvPr id="6" name="text">
            <a:extLst xmlns:a="http://schemas.openxmlformats.org/drawingml/2006/main">
              <a:ext uri="{FF2B5EF4-FFF2-40B4-BE49-F238E27FC236}">
                <a16:creationId xmlns:a16="http://schemas.microsoft.com/office/drawing/2014/main" id="{B5190AEF-9D0A-44B6-865C-900FC6468E7B}"/>
              </a:ext>
            </a:extLst>
          </p:cNvPr>
          <p:cNvSpPr>
            <a:spLocks xmlns:a="http://schemas.openxmlformats.org/drawingml/2006/main" noGrp="1"/>
          </p:cNvSpPr>
          <p:nvPr/>
        </p:nvSpPr>
        <p:spPr>
          <a:xfrm xmlns:a="http://schemas.openxmlformats.org/drawingml/2006/main">
            <a:off x="400050" y="2562225"/>
            <a:ext cx="5238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00000"/>
                </a:solidFill>
                <a:latin typeface="Helvetica Neue"/>
                <a:ea typeface="Helvetica Neue"/>
                <a:cs typeface="Helvetica Neue"/>
              </a:defRPr>
            </a:pPr>
            <a:r>
              <a:rPr sz="2850" b="1" i="0">
                <a:solidFill>
                  <a:srgbClr val="000000"/>
                </a:solidFill>
                <a:latin typeface="Helvetica Neue"/>
                <a:ea typeface="Helvetica Neue"/>
                <a:cs typeface="Helvetica Neue"/>
              </a:rPr>
              <a:t>Encode message 1 0 0 1</a:t>
            </a:r>
          </a:p>
        </p:txBody>
      </p:sp>
      <p:sp>
        <p:nvSpPr>
          <p:cNvPr id="7" name="text">
            <a:extLst xmlns:a="http://schemas.openxmlformats.org/drawingml/2006/main">
              <a:ext uri="{FF2B5EF4-FFF2-40B4-BE49-F238E27FC236}">
                <a16:creationId xmlns:a16="http://schemas.microsoft.com/office/drawing/2014/main" id="{EF45D85F-1EE8-4054-A6BB-278AA49EC34E}"/>
              </a:ext>
            </a:extLst>
          </p:cNvPr>
          <p:cNvSpPr>
            <a:spLocks xmlns:a="http://schemas.openxmlformats.org/drawingml/2006/main" noGrp="1"/>
          </p:cNvSpPr>
          <p:nvPr/>
        </p:nvSpPr>
        <p:spPr>
          <a:xfrm xmlns:a="http://schemas.openxmlformats.org/drawingml/2006/main">
            <a:off x="400050" y="3409950"/>
            <a:ext cx="523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59616D"/>
                </a:solidFill>
                <a:latin typeface="Helvetica Neue"/>
                <a:ea typeface="Helvetica Neue"/>
                <a:cs typeface="Helvetica Neue"/>
              </a:defRPr>
            </a:pPr>
            <a:r>
              <a:rPr sz="1875" b="0" i="0">
                <a:solidFill>
                  <a:srgbClr val="59616D"/>
                </a:solidFill>
                <a:latin typeface="Helvetica Neue"/>
                <a:ea typeface="Helvetica Neue"/>
                <a:cs typeface="Helvetica Neue"/>
              </a:rPr>
              <a:t>Explain why all three checks pass.</a:t>
            </a:r>
          </a:p>
        </p:txBody>
      </p:sp>
      <p:sp>
        <p:nvSpPr>
          <p:cNvPr id="8" name="text">
            <a:extLst xmlns:a="http://schemas.openxmlformats.org/drawingml/2006/main">
              <a:ext uri="{FF2B5EF4-FFF2-40B4-BE49-F238E27FC236}">
                <a16:creationId xmlns:a16="http://schemas.microsoft.com/office/drawing/2014/main" id="{5C65B162-1B9A-4DFD-B57E-E4217A663D50}"/>
              </a:ext>
            </a:extLst>
          </p:cNvPr>
          <p:cNvSpPr>
            <a:spLocks xmlns:a="http://schemas.openxmlformats.org/drawingml/2006/main" noGrp="1"/>
          </p:cNvSpPr>
          <p:nvPr/>
        </p:nvSpPr>
        <p:spPr>
          <a:xfrm xmlns:a="http://schemas.openxmlformats.org/drawingml/2006/main">
            <a:off x="6343650" y="1943100"/>
            <a:ext cx="200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i="0">
                <a:solidFill>
                  <a:srgbClr val="FF625E"/>
                </a:solidFill>
                <a:latin typeface="Helvetica Neue"/>
                <a:ea typeface="Helvetica Neue"/>
                <a:cs typeface="Helvetica Neue"/>
              </a:defRPr>
            </a:pPr>
            <a:r>
              <a:rPr sz="2250" b="1" i="0">
                <a:solidFill>
                  <a:srgbClr val="FF625E"/>
                </a:solidFill>
                <a:latin typeface="Helvetica Neue"/>
                <a:ea typeface="Helvetica Neue"/>
                <a:cs typeface="Helvetica Neue"/>
              </a:rPr>
              <a:t>Part B</a:t>
            </a:r>
          </a:p>
        </p:txBody>
      </p:sp>
      <p:sp>
        <p:nvSpPr>
          <p:cNvPr id="9" name="text">
            <a:extLst xmlns:a="http://schemas.openxmlformats.org/drawingml/2006/main">
              <a:ext uri="{FF2B5EF4-FFF2-40B4-BE49-F238E27FC236}">
                <a16:creationId xmlns:a16="http://schemas.microsoft.com/office/drawing/2014/main" id="{9AD37C2C-3F66-4346-B1B6-2F526DD37124}"/>
              </a:ext>
            </a:extLst>
          </p:cNvPr>
          <p:cNvSpPr>
            <a:spLocks xmlns:a="http://schemas.openxmlformats.org/drawingml/2006/main" noGrp="1"/>
          </p:cNvSpPr>
          <p:nvPr/>
        </p:nvSpPr>
        <p:spPr>
          <a:xfrm xmlns:a="http://schemas.openxmlformats.org/drawingml/2006/main">
            <a:off x="6343650" y="2562225"/>
            <a:ext cx="5238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i="0">
                <a:solidFill>
                  <a:srgbClr val="000000"/>
                </a:solidFill>
                <a:latin typeface="Helvetica Neue"/>
                <a:ea typeface="Helvetica Neue"/>
                <a:cs typeface="Helvetica Neue"/>
              </a:defRPr>
            </a:pPr>
            <a:r>
              <a:rPr sz="2850" b="1" i="0">
                <a:solidFill>
                  <a:srgbClr val="000000"/>
                </a:solidFill>
                <a:latin typeface="Helvetica Neue"/>
                <a:ea typeface="Helvetica Neue"/>
                <a:cs typeface="Helvetica Neue"/>
              </a:rPr>
              <a:t>Repair 0 0 1 1 1 0 1</a:t>
            </a:r>
          </a:p>
        </p:txBody>
      </p:sp>
      <p:sp>
        <p:nvSpPr>
          <p:cNvPr id="10" name="text">
            <a:extLst xmlns:a="http://schemas.openxmlformats.org/drawingml/2006/main">
              <a:ext uri="{FF2B5EF4-FFF2-40B4-BE49-F238E27FC236}">
                <a16:creationId xmlns:a16="http://schemas.microsoft.com/office/drawing/2014/main" id="{CC24D287-0EAA-4241-A46E-42CFA395BA32}"/>
              </a:ext>
            </a:extLst>
          </p:cNvPr>
          <p:cNvSpPr>
            <a:spLocks xmlns:a="http://schemas.openxmlformats.org/drawingml/2006/main" noGrp="1"/>
          </p:cNvSpPr>
          <p:nvPr/>
        </p:nvSpPr>
        <p:spPr>
          <a:xfrm xmlns:a="http://schemas.openxmlformats.org/drawingml/2006/main">
            <a:off x="6343650" y="3409950"/>
            <a:ext cx="5238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0" i="0">
                <a:solidFill>
                  <a:srgbClr val="59616D"/>
                </a:solidFill>
                <a:latin typeface="Helvetica Neue"/>
                <a:ea typeface="Helvetica Neue"/>
                <a:cs typeface="Helvetica Neue"/>
              </a:defRPr>
            </a:pPr>
            <a:r>
              <a:rPr sz="1875" b="0" i="0">
                <a:solidFill>
                  <a:srgbClr val="59616D"/>
                </a:solidFill>
                <a:latin typeface="Helvetica Neue"/>
                <a:ea typeface="Helvetica Neue"/>
                <a:cs typeface="Helvetica Neue"/>
              </a:rPr>
              <a:t>Explain why the syndrome names the error.</a:t>
            </a:r>
          </a:p>
        </p:txBody>
      </p:sp>
      <p:cxnSp>
        <p:nvCxnSpPr>
          <p:cNvPr id="25" name=""/>
          <p:cNvCxnSpPr/>
          <p:nvPr/>
        </p:nvCxnSpPr>
        <p:spPr>
          <a:xfrm xmlns:a="http://schemas.openxmlformats.org/drawingml/2006/main">
            <a:off x="400050" y="4552950"/>
            <a:ext cx="11391900" cy="953"/>
          </a:xfrm>
          <a:prstGeom xmlns:a="http://schemas.openxmlformats.org/drawingml/2006/main" prst="straightConnector1">
            <a:avLst/>
          </a:prstGeom>
          <a:ln xmlns:a="http://schemas.openxmlformats.org/drawingml/2006/main" w="19050">
            <a:solidFill>
              <a:srgbClr val="B8BCC4"/>
            </a:solidFill>
            <a:prstDash val="solid"/>
          </a:ln>
        </p:spPr>
      </p:cxnSp>
      <p:sp>
        <p:nvSpPr>
          <p:cNvPr id="12" name="text">
            <a:extLst xmlns:a="http://schemas.openxmlformats.org/drawingml/2006/main">
              <a:ext uri="{FF2B5EF4-FFF2-40B4-BE49-F238E27FC236}">
                <a16:creationId xmlns:a16="http://schemas.microsoft.com/office/drawing/2014/main" id="{491153B4-94DC-45A9-A401-32BB442E549B}"/>
              </a:ext>
            </a:extLst>
          </p:cNvPr>
          <p:cNvSpPr>
            <a:spLocks xmlns:a="http://schemas.openxmlformats.org/drawingml/2006/main" noGrp="1"/>
          </p:cNvSpPr>
          <p:nvPr/>
        </p:nvSpPr>
        <p:spPr>
          <a:xfrm xmlns:a="http://schemas.openxmlformats.org/drawingml/2006/main">
            <a:off x="1524000" y="5019675"/>
            <a:ext cx="914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892"/>
          </a:bodyPr>
          <a:lstStyle xmlns:a="http://schemas.openxmlformats.org/drawingml/2006/main"/>
          <a:p xmlns:a="http://schemas.openxmlformats.org/drawingml/2006/main">
            <a:pPr algn="ctr">
              <a:defRPr sz="2250" b="1" i="0">
                <a:solidFill>
                  <a:srgbClr val="000000"/>
                </a:solidFill>
                <a:latin typeface="Helvetica Neue"/>
                <a:ea typeface="Helvetica Neue"/>
                <a:cs typeface="Helvetica Neue"/>
              </a:defRPr>
            </a:pPr>
            <a:r>
              <a:rPr sz="2250" b="1" i="0">
                <a:solidFill>
                  <a:srgbClr val="000000"/>
                </a:solidFill>
                <a:latin typeface="Helvetica Neue"/>
                <a:ea typeface="Helvetica Neue"/>
                <a:cs typeface="Helvetica Neue"/>
              </a:rPr>
              <a:t>Method matters: roles → parity promises → address → repair → extract</a:t>
            </a:r>
          </a:p>
        </p:txBody>
      </p:sp>
      <p:sp>
        <p:nvSpPr>
          <p:cNvPr id="13" name="prompt-badge">
            <a:extLst xmlns:a="http://schemas.openxmlformats.org/drawingml/2006/main">
              <a:ext uri="{FF2B5EF4-FFF2-40B4-BE49-F238E27FC236}">
                <a16:creationId xmlns:a16="http://schemas.microsoft.com/office/drawing/2014/main" id="{53F0D3FF-0C4D-4ACE-BBC6-BABBCCBAEE33}"/>
              </a:ext>
            </a:extLst>
          </p:cNvPr>
          <p:cNvSpPr>
            <a:spLocks xmlns:a="http://schemas.openxmlformats.org/drawingml/2006/main" noGrp="1"/>
          </p:cNvSpPr>
          <p:nvPr/>
        </p:nvSpPr>
        <p:spPr>
          <a:xfrm xmlns:a="http://schemas.openxmlformats.org/drawingml/2006/main">
            <a:off x="4286250" y="5810250"/>
            <a:ext cx="3619500" cy="533400"/>
          </a:xfrm>
          <a:prstGeom xmlns:a="http://schemas.openxmlformats.org/drawingml/2006/main" prst="roundRect">
            <a:avLst>
              <a:gd name="adj" fmla="val 21429"/>
            </a:avLst>
          </a:prstGeom>
          <a:solidFill xmlns:a="http://schemas.openxmlformats.org/drawingml/2006/main">
            <a:srgbClr val="158F63"/>
          </a:solidFill>
          <a:ln xmlns:a="http://schemas.openxmlformats.org/drawingml/2006/main" w="9525">
            <a:solidFill>
              <a:srgbClr val="158F63"/>
            </a:solidFill>
            <a:prstDash val="solid"/>
          </a:ln>
        </p:spPr>
      </p:sp>
      <p:sp>
        <p:nvSpPr>
          <p:cNvPr id="14" name="prompt-badge-text">
            <a:extLst xmlns:a="http://schemas.openxmlformats.org/drawingml/2006/main">
              <a:ext uri="{FF2B5EF4-FFF2-40B4-BE49-F238E27FC236}">
                <a16:creationId xmlns:a16="http://schemas.microsoft.com/office/drawing/2014/main" id="{05FA2250-BAD8-4C7B-AE8C-E0315C42D65A}"/>
              </a:ext>
            </a:extLst>
          </p:cNvPr>
          <p:cNvSpPr>
            <a:spLocks xmlns:a="http://schemas.openxmlformats.org/drawingml/2006/main" noGrp="1"/>
          </p:cNvSpPr>
          <p:nvPr/>
        </p:nvSpPr>
        <p:spPr>
          <a:xfrm xmlns:a="http://schemas.openxmlformats.org/drawingml/2006/main">
            <a:off x="4438650" y="5924550"/>
            <a:ext cx="3314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i="0">
                <a:solidFill>
                  <a:srgbClr val="FFFFFF"/>
                </a:solidFill>
                <a:latin typeface="Helvetica Neue"/>
                <a:ea typeface="Helvetica Neue"/>
                <a:cs typeface="Helvetica Neue"/>
              </a:defRPr>
            </a:pPr>
            <a:r>
              <a:rPr sz="1575" b="1" i="0">
                <a:solidFill>
                  <a:srgbClr val="FFFFFF"/>
                </a:solidFill>
                <a:latin typeface="Helvetica Neue"/>
                <a:ea typeface="Helvetica Neue"/>
                <a:cs typeface="Helvetica Neue"/>
              </a:rPr>
              <a:t>WORKSHEET 6A • 5 MINUTES</a:t>
            </a:r>
          </a:p>
        </p:txBody>
      </p:sp>
    </p:spTree>
    <p:extLst>
      <p:ext uri="{BB962C8B-B14F-4D97-AF65-F5344CB8AC3E}">
        <p14:creationId xmlns:p14="http://schemas.microsoft.com/office/powerpoint/2010/main" val="203878650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
            <a:extLst xmlns:a="http://schemas.openxmlformats.org/drawingml/2006/main">
              <a:ext uri="{FF2B5EF4-FFF2-40B4-BE49-F238E27FC236}">
                <a16:creationId xmlns:a16="http://schemas.microsoft.com/office/drawing/2014/main" id="{C559859A-CA38-4E89-AE02-11799EC02DF3}"/>
              </a:ext>
            </a:extLst>
          </p:cNvPr>
          <p:cNvSpPr>
            <a:spLocks xmlns:a="http://schemas.openxmlformats.org/drawingml/2006/main" noGrp="1"/>
          </p:cNvSpPr>
          <p:nvPr/>
        </p:nvSpPr>
        <p:spPr>
          <a:xfrm xmlns:a="http://schemas.openxmlformats.org/drawingml/2006/main">
            <a:off x="400050" y="400050"/>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i="0">
                <a:solidFill>
                  <a:srgbClr val="158F63"/>
                </a:solidFill>
                <a:latin typeface="Helvetica Neue"/>
                <a:ea typeface="Helvetica Neue"/>
                <a:cs typeface="Helvetica Neue"/>
              </a:defRPr>
            </a:pPr>
            <a:r>
              <a:rPr sz="1350" b="1" i="0">
                <a:solidFill>
                  <a:srgbClr val="158F63"/>
                </a:solidFill>
                <a:latin typeface="Helvetica Neue"/>
                <a:ea typeface="Helvetica Neue"/>
                <a:cs typeface="Helvetica Neue"/>
              </a:rPr>
              <a:t>SIGNAL RESTORED</a:t>
            </a:r>
          </a:p>
        </p:txBody>
      </p:sp>
      <p:sp>
        <p:nvSpPr>
          <p:cNvPr id="2" name="text">
            <a:extLst xmlns:a="http://schemas.openxmlformats.org/drawingml/2006/main">
              <a:ext uri="{FF2B5EF4-FFF2-40B4-BE49-F238E27FC236}">
                <a16:creationId xmlns:a16="http://schemas.microsoft.com/office/drawing/2014/main" id="{36C80829-26BC-4EB3-973D-115562C87F5A}"/>
              </a:ext>
            </a:extLst>
          </p:cNvPr>
          <p:cNvSpPr>
            <a:spLocks xmlns:a="http://schemas.openxmlformats.org/drawingml/2006/main" noGrp="1"/>
          </p:cNvSpPr>
          <p:nvPr/>
        </p:nvSpPr>
        <p:spPr>
          <a:xfrm xmlns:a="http://schemas.openxmlformats.org/drawingml/2006/main">
            <a:off x="400050" y="1285875"/>
            <a:ext cx="10572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350" b="1" i="0">
                <a:solidFill>
                  <a:srgbClr val="000000"/>
                </a:solidFill>
                <a:latin typeface="Helvetica Neue"/>
                <a:ea typeface="Helvetica Neue"/>
                <a:cs typeface="Helvetica Neue"/>
              </a:defRPr>
            </a:pPr>
            <a:r>
              <a:rPr sz="4350" b="1" i="0">
                <a:solidFill>
                  <a:srgbClr val="000000"/>
                </a:solidFill>
                <a:latin typeface="Helvetica Neue"/>
                <a:ea typeface="Helvetica Neue"/>
                <a:cs typeface="Helvetica Neue"/>
              </a:rPr>
              <a:t>You did not memorize Hamming(7,4). You derived it.</a:t>
            </a:r>
          </a:p>
        </p:txBody>
      </p:sp>
      <p:sp>
        <p:nvSpPr>
          <p:cNvPr id="3" name="text">
            <a:extLst xmlns:a="http://schemas.openxmlformats.org/drawingml/2006/main">
              <a:ext uri="{FF2B5EF4-FFF2-40B4-BE49-F238E27FC236}">
                <a16:creationId xmlns:a16="http://schemas.microsoft.com/office/drawing/2014/main" id="{788B8E0E-3D3D-46B8-8E0F-196C56336BB8}"/>
              </a:ext>
            </a:extLst>
          </p:cNvPr>
          <p:cNvSpPr>
            <a:spLocks xmlns:a="http://schemas.openxmlformats.org/drawingml/2006/main" noGrp="1"/>
          </p:cNvSpPr>
          <p:nvPr/>
        </p:nvSpPr>
        <p:spPr>
          <a:xfrm xmlns:a="http://schemas.openxmlformats.org/drawingml/2006/main">
            <a:off x="400050" y="3419475"/>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i="0">
                <a:solidFill>
                  <a:srgbClr val="6DCBF4"/>
                </a:solidFill>
                <a:latin typeface="Helvetica Neue"/>
                <a:ea typeface="Helvetica Neue"/>
                <a:cs typeface="Helvetica Neue"/>
              </a:defRPr>
            </a:pPr>
            <a:r>
              <a:rPr sz="2400" b="1" i="0">
                <a:solidFill>
                  <a:srgbClr val="6DCBF4"/>
                </a:solidFill>
                <a:latin typeface="Helvetica Neue"/>
                <a:ea typeface="Helvetica Neue"/>
                <a:cs typeface="Helvetica Neue"/>
              </a:rPr>
              <a:t>8 states</a:t>
            </a:r>
          </a:p>
        </p:txBody>
      </p:sp>
      <p:sp>
        <p:nvSpPr>
          <p:cNvPr id="4" name="text">
            <a:extLst xmlns:a="http://schemas.openxmlformats.org/drawingml/2006/main">
              <a:ext uri="{FF2B5EF4-FFF2-40B4-BE49-F238E27FC236}">
                <a16:creationId xmlns:a16="http://schemas.microsoft.com/office/drawing/2014/main" id="{3FC04790-776E-46F9-A767-2C3097B9376E}"/>
              </a:ext>
            </a:extLst>
          </p:cNvPr>
          <p:cNvSpPr>
            <a:spLocks xmlns:a="http://schemas.openxmlformats.org/drawingml/2006/main" noGrp="1"/>
          </p:cNvSpPr>
          <p:nvPr/>
        </p:nvSpPr>
        <p:spPr>
          <a:xfrm xmlns:a="http://schemas.openxmlformats.org/drawingml/2006/main">
            <a:off x="2952750" y="3419475"/>
            <a:ext cx="276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i="0">
                <a:solidFill>
                  <a:srgbClr val="3D8DFF"/>
                </a:solidFill>
                <a:latin typeface="Helvetica Neue"/>
                <a:ea typeface="Helvetica Neue"/>
                <a:cs typeface="Helvetica Neue"/>
              </a:defRPr>
            </a:pPr>
            <a:r>
              <a:rPr sz="2400" b="1" i="0">
                <a:solidFill>
                  <a:srgbClr val="3D8DFF"/>
                </a:solidFill>
                <a:latin typeface="Helvetica Neue"/>
                <a:ea typeface="Helvetica Neue"/>
                <a:cs typeface="Helvetica Neue"/>
              </a:rPr>
              <a:t>→ 3 questions</a:t>
            </a:r>
          </a:p>
        </p:txBody>
      </p:sp>
      <p:sp>
        <p:nvSpPr>
          <p:cNvPr id="5" name="text">
            <a:extLst xmlns:a="http://schemas.openxmlformats.org/drawingml/2006/main">
              <a:ext uri="{FF2B5EF4-FFF2-40B4-BE49-F238E27FC236}">
                <a16:creationId xmlns:a16="http://schemas.microsoft.com/office/drawing/2014/main" id="{79F08981-3A46-4EA6-8EEF-BB61462065F8}"/>
              </a:ext>
            </a:extLst>
          </p:cNvPr>
          <p:cNvSpPr>
            <a:spLocks xmlns:a="http://schemas.openxmlformats.org/drawingml/2006/main" noGrp="1"/>
          </p:cNvSpPr>
          <p:nvPr/>
        </p:nvSpPr>
        <p:spPr>
          <a:xfrm xmlns:a="http://schemas.openxmlformats.org/drawingml/2006/main">
            <a:off x="6000750" y="34194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i="0">
                <a:solidFill>
                  <a:srgbClr val="7B61FF"/>
                </a:solidFill>
                <a:latin typeface="Helvetica Neue"/>
                <a:ea typeface="Helvetica Neue"/>
                <a:cs typeface="Helvetica Neue"/>
              </a:defRPr>
            </a:pPr>
            <a:r>
              <a:rPr sz="2400" b="1" i="0">
                <a:solidFill>
                  <a:srgbClr val="7B61FF"/>
                </a:solidFill>
                <a:latin typeface="Helvetica Neue"/>
                <a:ea typeface="Helvetica Neue"/>
                <a:cs typeface="Helvetica Neue"/>
              </a:rPr>
              <a:t>→ binary address</a:t>
            </a:r>
          </a:p>
        </p:txBody>
      </p:sp>
      <p:sp>
        <p:nvSpPr>
          <p:cNvPr id="6" name="text">
            <a:extLst xmlns:a="http://schemas.openxmlformats.org/drawingml/2006/main">
              <a:ext uri="{FF2B5EF4-FFF2-40B4-BE49-F238E27FC236}">
                <a16:creationId xmlns:a16="http://schemas.microsoft.com/office/drawing/2014/main" id="{0822F4C0-73B1-4FA7-B55A-59B12133A337}"/>
              </a:ext>
            </a:extLst>
          </p:cNvPr>
          <p:cNvSpPr>
            <a:spLocks xmlns:a="http://schemas.openxmlformats.org/drawingml/2006/main" noGrp="1"/>
          </p:cNvSpPr>
          <p:nvPr/>
        </p:nvSpPr>
        <p:spPr>
          <a:xfrm xmlns:a="http://schemas.openxmlformats.org/drawingml/2006/main">
            <a:off x="9334500" y="3419475"/>
            <a:ext cx="238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12"/>
          </a:bodyPr>
          <a:lstStyle xmlns:a="http://schemas.openxmlformats.org/drawingml/2006/main"/>
          <a:p xmlns:a="http://schemas.openxmlformats.org/drawingml/2006/main">
            <a:pPr algn="l">
              <a:defRPr sz="2250" b="1" i="0">
                <a:solidFill>
                  <a:srgbClr val="FF625E"/>
                </a:solidFill>
                <a:latin typeface="Helvetica Neue"/>
                <a:ea typeface="Helvetica Neue"/>
                <a:cs typeface="Helvetica Neue"/>
              </a:defRPr>
            </a:pPr>
            <a:r>
              <a:rPr sz="2250" b="1" i="0">
                <a:solidFill>
                  <a:srgbClr val="FF625E"/>
                </a:solidFill>
                <a:latin typeface="Helvetica Neue"/>
                <a:ea typeface="Helvetica Neue"/>
                <a:cs typeface="Helvetica Neue"/>
              </a:rPr>
              <a:t>→ parity promises</a:t>
            </a:r>
          </a:p>
        </p:txBody>
      </p:sp>
      <p:cxnSp>
        <p:nvCxnSpPr>
          <p:cNvPr id="17" name=""/>
          <p:cNvCxnSpPr/>
          <p:nvPr/>
        </p:nvCxnSpPr>
        <p:spPr>
          <a:xfrm xmlns:a="http://schemas.openxmlformats.org/drawingml/2006/main">
            <a:off x="400050" y="4229100"/>
            <a:ext cx="11391900" cy="953"/>
          </a:xfrm>
          <a:prstGeom xmlns:a="http://schemas.openxmlformats.org/drawingml/2006/main" prst="straightConnector1">
            <a:avLst/>
          </a:prstGeom>
          <a:ln xmlns:a="http://schemas.openxmlformats.org/drawingml/2006/main" w="19050">
            <a:solidFill>
              <a:srgbClr val="B8BCC4"/>
            </a:solidFill>
            <a:prstDash val="solid"/>
          </a:ln>
        </p:spPr>
      </p:cxnSp>
      <p:sp>
        <p:nvSpPr>
          <p:cNvPr id="8" name="text">
            <a:extLst xmlns:a="http://schemas.openxmlformats.org/drawingml/2006/main">
              <a:ext uri="{FF2B5EF4-FFF2-40B4-BE49-F238E27FC236}">
                <a16:creationId xmlns:a16="http://schemas.microsoft.com/office/drawing/2014/main" id="{A37A27C3-EF3C-43BC-8E58-9A7E07C8193A}"/>
              </a:ext>
            </a:extLst>
          </p:cNvPr>
          <p:cNvSpPr>
            <a:spLocks xmlns:a="http://schemas.openxmlformats.org/drawingml/2006/main" noGrp="1"/>
          </p:cNvSpPr>
          <p:nvPr/>
        </p:nvSpPr>
        <p:spPr>
          <a:xfrm xmlns:a="http://schemas.openxmlformats.org/drawingml/2006/main">
            <a:off x="1714500" y="4762500"/>
            <a:ext cx="876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158F63"/>
                </a:solidFill>
                <a:latin typeface="Helvetica Neue"/>
                <a:ea typeface="Helvetica Neue"/>
                <a:cs typeface="Helvetica Neue"/>
              </a:defRPr>
            </a:pPr>
            <a:r>
              <a:rPr sz="2025" b="1" i="0">
                <a:solidFill>
                  <a:srgbClr val="158F63"/>
                </a:solidFill>
                <a:latin typeface="Helvetica Neue"/>
                <a:ea typeface="Helvetica Neue"/>
                <a:cs typeface="Helvetica Neue"/>
              </a:rPr>
              <a:t>Check: Part A 0011001 • Part B error at 5 → message 1001</a:t>
            </a:r>
          </a:p>
        </p:txBody>
      </p:sp>
      <p:sp>
        <p:nvSpPr>
          <p:cNvPr id="9" name="text">
            <a:extLst xmlns:a="http://schemas.openxmlformats.org/drawingml/2006/main">
              <a:ext uri="{FF2B5EF4-FFF2-40B4-BE49-F238E27FC236}">
                <a16:creationId xmlns:a16="http://schemas.microsoft.com/office/drawing/2014/main" id="{761B2F3D-D336-462F-A701-3C4276BAA288}"/>
              </a:ext>
            </a:extLst>
          </p:cNvPr>
          <p:cNvSpPr>
            <a:spLocks xmlns:a="http://schemas.openxmlformats.org/drawingml/2006/main" noGrp="1"/>
          </p:cNvSpPr>
          <p:nvPr/>
        </p:nvSpPr>
        <p:spPr>
          <a:xfrm xmlns:a="http://schemas.openxmlformats.org/drawingml/2006/main">
            <a:off x="2095500" y="5581650"/>
            <a:ext cx="8001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025" b="1" i="0">
                <a:solidFill>
                  <a:srgbClr val="000000"/>
                </a:solidFill>
                <a:latin typeface="Helvetica Neue"/>
                <a:ea typeface="Helvetica Neue"/>
                <a:cs typeface="Helvetica Neue"/>
              </a:defRPr>
            </a:pPr>
            <a:r>
              <a:rPr sz="2025" b="1" i="0">
                <a:solidFill>
                  <a:srgbClr val="000000"/>
                </a:solidFill>
                <a:latin typeface="Helvetica Neue"/>
                <a:ea typeface="Helvetica Neue"/>
                <a:cs typeface="Helvetica Neue"/>
              </a:rPr>
              <a:t>Exit whisper: Which design choice now feels inevitable?</a:t>
            </a:r>
          </a:p>
        </p:txBody>
      </p:sp>
      <p:sp>
        <p:nvSpPr>
          <p:cNvPr id="10" name="text">
            <a:extLst xmlns:a="http://schemas.openxmlformats.org/drawingml/2006/main">
              <a:ext uri="{FF2B5EF4-FFF2-40B4-BE49-F238E27FC236}">
                <a16:creationId xmlns:a16="http://schemas.microsoft.com/office/drawing/2014/main" id="{EFB3CA84-DFD8-44CC-AF75-77F203461F07}"/>
              </a:ext>
            </a:extLst>
          </p:cNvPr>
          <p:cNvSpPr>
            <a:spLocks xmlns:a="http://schemas.openxmlformats.org/drawingml/2006/main" noGrp="1"/>
          </p:cNvSpPr>
          <p:nvPr/>
        </p:nvSpPr>
        <p:spPr>
          <a:xfrm xmlns:a="http://schemas.openxmlformats.org/drawingml/2006/main">
            <a:off x="11277600" y="6400800"/>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0" i="0">
                <a:solidFill>
                  <a:srgbClr val="59616D"/>
                </a:solidFill>
                <a:latin typeface="Helvetica Neue"/>
                <a:ea typeface="Helvetica Neue"/>
                <a:cs typeface="Helvetica Neue"/>
              </a:defRPr>
            </a:pPr>
            <a:r>
              <a:rPr sz="1050" b="0" i="0">
                <a:solidFill>
                  <a:srgbClr val="59616D"/>
                </a:solidFill>
                <a:latin typeface="Helvetica Neue"/>
                <a:ea typeface="Helvetica Neue"/>
                <a:cs typeface="Helvetica Neue"/>
              </a:rPr>
              <a:t>30</a:t>
            </a:r>
          </a:p>
        </p:txBody>
      </p:sp>
    </p:spTree>
    <p:extLst>
      <p:ext uri="{BB962C8B-B14F-4D97-AF65-F5344CB8AC3E}">
        <p14:creationId xmlns:p14="http://schemas.microsoft.com/office/powerpoint/2010/main" val="17941115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2026-08-25T05:05:58.2830000Z</dcterms:created>
  <dcterms:modified xsi:type="dcterms:W3CDTF">2026-08-25T05:05:58.2830000Z</dcterms:modified>
</coreProperties>
</file>